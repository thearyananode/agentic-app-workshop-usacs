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345" r:id="rId122"/>
    <p:sldId id="346" r:id="rId123"/>
    <p:sldId id="347" r:id="rId124"/>
    <p:sldId id="348" r:id="rId125"/>
    <p:sldId id="349" r:id="rId126"/>
    <p:sldId id="350" r:id="rId127"/>
    <p:sldId id="351" r:id="rId128"/>
    <p:sldId id="352" r:id="rId129"/>
    <p:sldId id="353" r:id="rId130"/>
    <p:sldId id="354" r:id="rId131"/>
    <p:sldId id="355" r:id="rId132"/>
    <p:sldId id="356" r:id="rId133"/>
    <p:sldId id="357" r:id="rId134"/>
    <p:sldId id="358" r:id="rId135"/>
    <p:sldId id="359" r:id="rId136"/>
    <p:sldId id="360" r:id="rId137"/>
    <p:sldId id="361" r:id="rId138"/>
    <p:sldId id="362" r:id="rId139"/>
    <p:sldId id="363" r:id="rId140"/>
    <p:sldId id="364" r:id="rId141"/>
  </p:sldIdLst>
  <p:sldSz cy="5143500" cx="9144000"/>
  <p:notesSz cx="6858000" cy="9144000"/>
  <p:embeddedFontLst>
    <p:embeddedFont>
      <p:font typeface="Darker Grotesque Medium"/>
      <p:regular r:id="rId96"/>
      <p:bold r:id="rId97"/>
    </p:embeddedFont>
    <p:embeddedFont>
      <p:font typeface="Proxima Nova"/>
      <p:regular r:id="rId98"/>
      <p:bold r:id="rId99"/>
      <p:italic r:id="rId100"/>
      <p:boldItalic r:id="rId101"/>
    </p:embeddedFont>
    <p:embeddedFont>
      <p:font typeface="Roboto"/>
      <p:regular r:id="rId102"/>
      <p:bold r:id="rId103"/>
      <p:italic r:id="rId104"/>
      <p:boldItalic r:id="rId105"/>
    </p:embeddedFont>
    <p:embeddedFont>
      <p:font typeface="Roboto Medium"/>
      <p:regular r:id="rId106"/>
      <p:bold r:id="rId107"/>
      <p:italic r:id="rId108"/>
      <p:boldItalic r:id="rId109"/>
    </p:embeddedFont>
    <p:embeddedFont>
      <p:font typeface="Amatic SC"/>
      <p:regular r:id="rId110"/>
      <p:bold r:id="rId111"/>
    </p:embeddedFont>
    <p:embeddedFont>
      <p:font typeface="Bebas Neue"/>
      <p:regular r:id="rId112"/>
    </p:embeddedFont>
    <p:embeddedFont>
      <p:font typeface="Darker Grotesque"/>
      <p:regular r:id="rId113"/>
      <p:bold r:id="rId114"/>
    </p:embeddedFont>
    <p:embeddedFont>
      <p:font typeface="Proxima Nova Semibold"/>
      <p:regular r:id="rId115"/>
      <p:bold r:id="rId116"/>
      <p:boldItalic r:id="rId117"/>
    </p:embeddedFont>
    <p:embeddedFont>
      <p:font typeface="Orbitron"/>
      <p:regular r:id="rId118"/>
      <p:bold r:id="rId119"/>
    </p:embeddedFont>
    <p:embeddedFont>
      <p:font typeface="Orbitron Black"/>
      <p:bold r:id="rId120"/>
    </p:embeddedFont>
    <p:embeddedFont>
      <p:font typeface="Darker Grotesque Black"/>
      <p:bold r:id="rId1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1D74EB-9F24-4E19-8490-2061209A7A80}">
  <a:tblStyle styleId="{8E1D74EB-9F24-4E19-8490-2061209A7A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B5E388B-8328-4349-9FB1-AAE12B071C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6" Type="http://schemas.openxmlformats.org/officeDocument/2006/relationships/font" Target="fonts/DarkerGrotesqueMedium-regular.fntdata"/><Relationship Id="rId97" Type="http://schemas.openxmlformats.org/officeDocument/2006/relationships/font" Target="fonts/DarkerGrotesqueMedium-bold.fntdata"/><Relationship Id="rId98" Type="http://schemas.openxmlformats.org/officeDocument/2006/relationships/font" Target="fonts/ProximaNova-regular.fntdata"/><Relationship Id="rId99" Type="http://schemas.openxmlformats.org/officeDocument/2006/relationships/font" Target="fonts/ProximaNova-bold.fntdata"/><Relationship Id="rId100" Type="http://schemas.openxmlformats.org/officeDocument/2006/relationships/font" Target="fonts/ProximaNova-italic.fntdata"/><Relationship Id="rId101" Type="http://schemas.openxmlformats.org/officeDocument/2006/relationships/font" Target="fonts/ProximaNova-boldItalic.fntdata"/><Relationship Id="rId102" Type="http://schemas.openxmlformats.org/officeDocument/2006/relationships/font" Target="fonts/Roboto-regular.fntdata"/><Relationship Id="rId103" Type="http://schemas.openxmlformats.org/officeDocument/2006/relationships/font" Target="fonts/Roboto-bold.fntdata"/><Relationship Id="rId104" Type="http://schemas.openxmlformats.org/officeDocument/2006/relationships/font" Target="fonts/Roboto-italic.fntdata"/><Relationship Id="rId105" Type="http://schemas.openxmlformats.org/officeDocument/2006/relationships/font" Target="fonts/Roboto-boldItalic.fntdata"/><Relationship Id="rId106" Type="http://schemas.openxmlformats.org/officeDocument/2006/relationships/font" Target="fonts/RobotoMedium-regular.fntdata"/><Relationship Id="rId107" Type="http://schemas.openxmlformats.org/officeDocument/2006/relationships/font" Target="fonts/RobotoMedium-bold.fntdata"/><Relationship Id="rId108" Type="http://schemas.openxmlformats.org/officeDocument/2006/relationships/font" Target="fonts/RobotoMedium-italic.fntdata"/><Relationship Id="rId109" Type="http://schemas.openxmlformats.org/officeDocument/2006/relationships/font" Target="fonts/RobotoMedium-boldItalic.fntdata"/><Relationship Id="rId110" Type="http://schemas.openxmlformats.org/officeDocument/2006/relationships/font" Target="fonts/AmaticSC-regular.fntdata"/><Relationship Id="rId111" Type="http://schemas.openxmlformats.org/officeDocument/2006/relationships/font" Target="fonts/AmaticSC-bold.fntdata"/><Relationship Id="rId112" Type="http://schemas.openxmlformats.org/officeDocument/2006/relationships/font" Target="fonts/BebasNeue-regular.fntdata"/><Relationship Id="rId113" Type="http://schemas.openxmlformats.org/officeDocument/2006/relationships/font" Target="fonts/DarkerGrotesque-regular.fntdata"/><Relationship Id="rId114" Type="http://schemas.openxmlformats.org/officeDocument/2006/relationships/font" Target="fonts/DarkerGrotesque-bold.fntdata"/><Relationship Id="rId115" Type="http://schemas.openxmlformats.org/officeDocument/2006/relationships/font" Target="fonts/ProximaNovaSemibold-regular.fntdata"/><Relationship Id="rId116" Type="http://schemas.openxmlformats.org/officeDocument/2006/relationships/font" Target="fonts/ProximaNovaSemibold-bold.fntdata"/><Relationship Id="rId117" Type="http://schemas.openxmlformats.org/officeDocument/2006/relationships/font" Target="fonts/ProximaNovaSemibold-boldItalic.fntdata"/><Relationship Id="rId118" Type="http://schemas.openxmlformats.org/officeDocument/2006/relationships/font" Target="fonts/Orbitron-regular.fntdata"/><Relationship Id="rId119" Type="http://schemas.openxmlformats.org/officeDocument/2006/relationships/font" Target="fonts/Orbitron-bold.fntdata"/><Relationship Id="rId120" Type="http://schemas.openxmlformats.org/officeDocument/2006/relationships/font" Target="fonts/OrbitronBlack-bold.fntdata"/><Relationship Id="rId121" Type="http://schemas.openxmlformats.org/officeDocument/2006/relationships/font" Target="fonts/DarkerGrotesqueBlack-bold.fntdata"/><Relationship Id="rId122" Type="http://schemas.openxmlformats.org/officeDocument/2006/relationships/slide" Target="slides/slide90.xml"/><Relationship Id="rId123" Type="http://schemas.openxmlformats.org/officeDocument/2006/relationships/slide" Target="slides/slide91.xml"/><Relationship Id="rId124" Type="http://schemas.openxmlformats.org/officeDocument/2006/relationships/slide" Target="slides/slide92.xml"/><Relationship Id="rId125" Type="http://schemas.openxmlformats.org/officeDocument/2006/relationships/slide" Target="slides/slide93.xml"/><Relationship Id="rId126" Type="http://schemas.openxmlformats.org/officeDocument/2006/relationships/slide" Target="slides/slide94.xml"/><Relationship Id="rId127" Type="http://schemas.openxmlformats.org/officeDocument/2006/relationships/slide" Target="slides/slide95.xml"/><Relationship Id="rId128" Type="http://schemas.openxmlformats.org/officeDocument/2006/relationships/slide" Target="slides/slide96.xml"/><Relationship Id="rId129" Type="http://schemas.openxmlformats.org/officeDocument/2006/relationships/slide" Target="slides/slide97.xml"/><Relationship Id="rId130" Type="http://schemas.openxmlformats.org/officeDocument/2006/relationships/slide" Target="slides/slide98.xml"/><Relationship Id="rId131" Type="http://schemas.openxmlformats.org/officeDocument/2006/relationships/slide" Target="slides/slide99.xml"/><Relationship Id="rId132" Type="http://schemas.openxmlformats.org/officeDocument/2006/relationships/slide" Target="slides/slide100.xml"/><Relationship Id="rId133" Type="http://schemas.openxmlformats.org/officeDocument/2006/relationships/slide" Target="slides/slide101.xml"/><Relationship Id="rId134" Type="http://schemas.openxmlformats.org/officeDocument/2006/relationships/slide" Target="slides/slide102.xml"/><Relationship Id="rId135" Type="http://schemas.openxmlformats.org/officeDocument/2006/relationships/slide" Target="slides/slide103.xml"/><Relationship Id="rId136" Type="http://schemas.openxmlformats.org/officeDocument/2006/relationships/slide" Target="slides/slide104.xml"/><Relationship Id="rId137" Type="http://schemas.openxmlformats.org/officeDocument/2006/relationships/slide" Target="slides/slide105.xml"/><Relationship Id="rId138" Type="http://schemas.openxmlformats.org/officeDocument/2006/relationships/slide" Target="slides/slide106.xml"/><Relationship Id="rId139" Type="http://schemas.openxmlformats.org/officeDocument/2006/relationships/slide" Target="slides/slide107.xml"/><Relationship Id="rId140" Type="http://schemas.openxmlformats.org/officeDocument/2006/relationships/slide" Target="slides/slide108.xml"/><Relationship Id="rId141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Welcome people in. This is USACS Tech Committee, workshop 1. They leave with a working campus agent. Theme is the Slidesgo AI in Marketing XL template (Orbitron titles, Darker Grotesque body).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Set the contract. Pair people with slow laptops. Ask who has never used an API key and tell them that is fine.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Two minutes. Tonight is not a theory talk. They will run an app, then write tools.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Pause. Then read the prompt on the next slide out loud.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Read the prompt out loud. Take a real vote. This prompt is the north star for the Final Boss.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Walk the picture. Chatbot path is guess text. Agent path is call a tool, then use the real result. That is the whole why.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Think. Act. Observe. Repeat until you can answer. Same loop as Cursor, support bots, and research agents. Tonight it is Rutgers.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The model picks a name and arguments. Your TypeScript runs. If it is not in the tools array, the agent cannot call it. Building and events work the same way.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Do not teach the LangGraph API. Teach the picture. START to agent. Need a tool? Yes goes to run code and back. No goes to answer.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Walk line by line. This is the same picture they just saw, in code.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Anxiety reducer. They will not write Next.js streaming. Click tools.ts. Point at export const tools = [getCourseInfo].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Walk the room. Google AI Studio keys. Do not share one key for 50 people. Bypass starts the UI but chat will fail until a key exists.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Give 3 minutes. If a tool never appears, it is not registered.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If a tool never appears, it is not registered. If it errors, their function threw or returned bad JSON. Debug the log first.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This is the aha. Same app, missing skill. Give 10 minutes. Two bugs: forgot the import, forgot the array. Do not show the answer key until most people have tried.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Leave this up while they catch up. The last line is half of the bug reports.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Same pattern as dining. Fast people do building and events. Grade is needed for the Final Boss. Normalize failure: I implemented it and forgot the array.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Bring the room back. Run this on a volunteer laptop. Narrate the log. If a tool is missing, the agent uses the ones it has.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Have the room say it back. You do not need to know everything. You built something real. You can build the next thing. That is the USACS Tech Committee bar.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Leave this up during Q and A. Solution branch has completed tools. Remind them not to commit .env.local. Keep this slide: Slidesgo free license requires attribution.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42250" y="1870875"/>
            <a:ext cx="5804400" cy="12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92500" y="3238050"/>
            <a:ext cx="4359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1320850"/>
            <a:ext cx="37116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20000" y="27245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50">
                <a:solidFill>
                  <a:srgbClr val="434343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8" name="Google Shape;18;p4"/>
          <p:cNvGrpSpPr/>
          <p:nvPr/>
        </p:nvGrpSpPr>
        <p:grpSpPr>
          <a:xfrm>
            <a:off x="-1339904" y="-1185801"/>
            <a:ext cx="12160813" cy="7808633"/>
            <a:chOff x="-1339904" y="-1185801"/>
            <a:chExt cx="12160813" cy="7808633"/>
          </a:xfrm>
        </p:grpSpPr>
        <p:pic>
          <p:nvPicPr>
            <p:cNvPr id="19" name="Google Shape;19;p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8953342">
              <a:off x="7319478" y="3926390"/>
              <a:ext cx="3005447" cy="207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54">
              <a:off x="-1239920" y="-562380"/>
              <a:ext cx="2406994" cy="1660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54">
              <a:off x="8313930" y="-562380"/>
              <a:ext cx="2406994" cy="16606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"/>
          <p:cNvGrpSpPr/>
          <p:nvPr/>
        </p:nvGrpSpPr>
        <p:grpSpPr>
          <a:xfrm>
            <a:off x="-1150210" y="-986414"/>
            <a:ext cx="12304614" cy="7932672"/>
            <a:chOff x="-1150210" y="-986414"/>
            <a:chExt cx="12304614" cy="7932672"/>
          </a:xfrm>
        </p:grpSpPr>
        <p:pic>
          <p:nvPicPr>
            <p:cNvPr id="24" name="Google Shape;24;p5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5155791">
              <a:off x="-1461292" y="1368095"/>
              <a:ext cx="2583232" cy="1782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5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5155791">
              <a:off x="7977458" y="-525905"/>
              <a:ext cx="2583232" cy="1782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5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7762612">
              <a:off x="6899762" y="3215881"/>
              <a:ext cx="3925475" cy="2708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00">
              <a:off x="305786" y="1972849"/>
              <a:ext cx="755727" cy="572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717500" y="3032145"/>
            <a:ext cx="29076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4625100" y="3032145"/>
            <a:ext cx="29076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1992450" y="3500525"/>
            <a:ext cx="23577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4900050" y="3500525"/>
            <a:ext cx="23577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6"/>
          <p:cNvGrpSpPr/>
          <p:nvPr/>
        </p:nvGrpSpPr>
        <p:grpSpPr>
          <a:xfrm flipH="1" rot="10800000">
            <a:off x="-1005221" y="-1621477"/>
            <a:ext cx="11792220" cy="7946477"/>
            <a:chOff x="-1039434" y="-1185730"/>
            <a:chExt cx="11792220" cy="7946477"/>
          </a:xfrm>
        </p:grpSpPr>
        <p:pic>
          <p:nvPicPr>
            <p:cNvPr id="35" name="Google Shape;35;p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7826467">
              <a:off x="7486249" y="3907813"/>
              <a:ext cx="3005448" cy="207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1428959">
              <a:off x="-806636" y="4315957"/>
              <a:ext cx="2406993" cy="1660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697866">
              <a:off x="7427023" y="-960143"/>
              <a:ext cx="2406996" cy="16606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7"/>
          <p:cNvGrpSpPr/>
          <p:nvPr/>
        </p:nvGrpSpPr>
        <p:grpSpPr>
          <a:xfrm>
            <a:off x="6368725" y="-3096875"/>
            <a:ext cx="6112800" cy="6112800"/>
            <a:chOff x="6368725" y="-3096875"/>
            <a:chExt cx="6112800" cy="6112800"/>
          </a:xfrm>
        </p:grpSpPr>
        <p:sp>
          <p:nvSpPr>
            <p:cNvPr id="41" name="Google Shape;41;p7"/>
            <p:cNvSpPr/>
            <p:nvPr/>
          </p:nvSpPr>
          <p:spPr>
            <a:xfrm>
              <a:off x="6368725" y="-3096875"/>
              <a:ext cx="6112800" cy="61128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chemeClr val="accen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" name="Google Shape;42;p7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3599913">
              <a:off x="7727360" y="-484175"/>
              <a:ext cx="3160826" cy="2180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051224">
              <a:off x="8345293" y="89800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7"/>
          <p:cNvSpPr txBox="1"/>
          <p:nvPr>
            <p:ph type="title"/>
          </p:nvPr>
        </p:nvSpPr>
        <p:spPr>
          <a:xfrm>
            <a:off x="720000" y="475600"/>
            <a:ext cx="42009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0000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46" name="Google Shape;46;p7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100003">
            <a:off x="-1854460" y="3356557"/>
            <a:ext cx="4536370" cy="312971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/>
          <p:nvPr/>
        </p:nvSpPr>
        <p:spPr>
          <a:xfrm>
            <a:off x="8125275" y="3927563"/>
            <a:ext cx="1633500" cy="1633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9134663">
            <a:off x="5216409" y="2807138"/>
            <a:ext cx="5981304" cy="41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9134665">
            <a:off x="640936" y="-587160"/>
            <a:ext cx="7862096" cy="542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2359540">
            <a:off x="-1115599" y="-633789"/>
            <a:ext cx="3498423" cy="241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7857552">
            <a:off x="5346224" y="-2011764"/>
            <a:ext cx="3498427" cy="24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8099952">
            <a:off x="400134" y="3004414"/>
            <a:ext cx="1541807" cy="10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3600043">
            <a:off x="7336108" y="2039888"/>
            <a:ext cx="1541809" cy="10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337" y="-1269810"/>
            <a:ext cx="3185085" cy="24136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7" name="Google Shape;57;p8"/>
          <p:cNvSpPr/>
          <p:nvPr/>
        </p:nvSpPr>
        <p:spPr>
          <a:xfrm>
            <a:off x="8107075" y="-377987"/>
            <a:ext cx="1902000" cy="1902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-284900" y="4457475"/>
            <a:ext cx="1250700" cy="12507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9"/>
          <p:cNvGrpSpPr/>
          <p:nvPr/>
        </p:nvGrpSpPr>
        <p:grpSpPr>
          <a:xfrm>
            <a:off x="6644363" y="-2043963"/>
            <a:ext cx="4566851" cy="4634703"/>
            <a:chOff x="6644363" y="-2043963"/>
            <a:chExt cx="4566851" cy="4634703"/>
          </a:xfrm>
        </p:grpSpPr>
        <p:sp>
          <p:nvSpPr>
            <p:cNvPr id="61" name="Google Shape;61;p9"/>
            <p:cNvSpPr/>
            <p:nvPr/>
          </p:nvSpPr>
          <p:spPr>
            <a:xfrm>
              <a:off x="7796525" y="-1669075"/>
              <a:ext cx="3257100" cy="32571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chemeClr val="accen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9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2838283">
              <a:off x="7001145" y="-1055845"/>
              <a:ext cx="3853286" cy="26584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9"/>
          <p:cNvSpPr txBox="1"/>
          <p:nvPr>
            <p:ph type="title"/>
          </p:nvPr>
        </p:nvSpPr>
        <p:spPr>
          <a:xfrm>
            <a:off x="720000" y="654862"/>
            <a:ext cx="42009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720000" y="1880012"/>
            <a:ext cx="3613500" cy="23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naheim"/>
              <a:buAutoNum type="arabicPeriod"/>
              <a:defRPr sz="1400"/>
            </a:lvl1pPr>
            <a:lvl2pPr indent="-2794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indent="-2794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indent="-2794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indent="-2730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indent="-2730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indent="-2667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100003">
            <a:off x="-1854460" y="3356557"/>
            <a:ext cx="4536370" cy="312971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/>
          <p:nvPr/>
        </p:nvSpPr>
        <p:spPr>
          <a:xfrm>
            <a:off x="8125275" y="3927563"/>
            <a:ext cx="1633500" cy="1633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rgbClr val="8DF1FF"/>
            </a:gs>
            <a:gs pos="30000">
              <a:srgbClr val="F2CEFF"/>
            </a:gs>
            <a:gs pos="100000">
              <a:srgbClr val="0445FF"/>
            </a:gs>
          </a:gsLst>
          <a:lin ang="8099331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720000" y="540000"/>
            <a:ext cx="3852000" cy="85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7670436">
            <a:off x="6935928" y="2750610"/>
            <a:ext cx="4398547" cy="303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9899982">
            <a:off x="7473802" y="-293359"/>
            <a:ext cx="1900395" cy="13111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/>
          <p:nvPr/>
        </p:nvSpPr>
        <p:spPr>
          <a:xfrm>
            <a:off x="8688575" y="975674"/>
            <a:ext cx="927000" cy="927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1"/>
          <p:cNvGrpSpPr/>
          <p:nvPr/>
        </p:nvGrpSpPr>
        <p:grpSpPr>
          <a:xfrm>
            <a:off x="594425" y="-3271875"/>
            <a:ext cx="7809875" cy="10614975"/>
            <a:chOff x="594425" y="-3271875"/>
            <a:chExt cx="7809875" cy="10614975"/>
          </a:xfrm>
        </p:grpSpPr>
        <p:sp>
          <p:nvSpPr>
            <p:cNvPr id="74" name="Google Shape;74;p11"/>
            <p:cNvSpPr/>
            <p:nvPr/>
          </p:nvSpPr>
          <p:spPr>
            <a:xfrm>
              <a:off x="4636925" y="-2618775"/>
              <a:ext cx="3524100" cy="35241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chemeClr val="accent1">
                  <a:alpha val="36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>
              <a:off x="4880200" y="3819000"/>
              <a:ext cx="3524100" cy="35241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chemeClr val="accent1">
                  <a:alpha val="36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>
              <a:off x="976800" y="-3271875"/>
              <a:ext cx="4830000" cy="483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>
              <a:off x="594425" y="3889300"/>
              <a:ext cx="3058800" cy="305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10320000" dist="9525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1"/>
          <p:cNvSpPr txBox="1"/>
          <p:nvPr>
            <p:ph hasCustomPrompt="1" type="title"/>
          </p:nvPr>
        </p:nvSpPr>
        <p:spPr>
          <a:xfrm>
            <a:off x="720000" y="1785663"/>
            <a:ext cx="7704000" cy="10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/>
          <p:nvPr>
            <p:ph idx="1" type="subTitle"/>
          </p:nvPr>
        </p:nvSpPr>
        <p:spPr>
          <a:xfrm>
            <a:off x="1284000" y="2828400"/>
            <a:ext cx="6576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11"/>
          <p:cNvSpPr/>
          <p:nvPr/>
        </p:nvSpPr>
        <p:spPr>
          <a:xfrm>
            <a:off x="2894450" y="4635025"/>
            <a:ext cx="1474500" cy="1474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"/>
          <p:cNvGrpSpPr/>
          <p:nvPr/>
        </p:nvGrpSpPr>
        <p:grpSpPr>
          <a:xfrm>
            <a:off x="-2519465" y="-1064375"/>
            <a:ext cx="13382030" cy="8111790"/>
            <a:chOff x="-2519465" y="-1064375"/>
            <a:chExt cx="13382030" cy="8111790"/>
          </a:xfrm>
        </p:grpSpPr>
        <p:sp>
          <p:nvSpPr>
            <p:cNvPr id="84" name="Google Shape;84;p13"/>
            <p:cNvSpPr/>
            <p:nvPr/>
          </p:nvSpPr>
          <p:spPr>
            <a:xfrm>
              <a:off x="-2305525" y="1750825"/>
              <a:ext cx="2815200" cy="2815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4877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7362900" y="-1064375"/>
              <a:ext cx="2815200" cy="2815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4877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051225">
              <a:off x="8058638" y="215269"/>
              <a:ext cx="1005627" cy="762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3"/>
            <p:cNvPicPr preferRelativeResize="0"/>
            <p:nvPr/>
          </p:nvPicPr>
          <p:blipFill rotWithShape="1">
            <a:blip r:embed="rId3">
              <a:alphaModFix/>
            </a:blip>
            <a:srcRect b="19769" l="7341" r="4538" t="0"/>
            <a:stretch/>
          </p:blipFill>
          <p:spPr>
            <a:xfrm rot="10666232">
              <a:off x="-1063726" y="-337746"/>
              <a:ext cx="2544482" cy="17554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3"/>
            <p:cNvPicPr preferRelativeResize="0"/>
            <p:nvPr/>
          </p:nvPicPr>
          <p:blipFill rotWithShape="1">
            <a:blip r:embed="rId3">
              <a:alphaModFix/>
            </a:blip>
            <a:srcRect b="19769" l="7341" r="4538" t="0"/>
            <a:stretch/>
          </p:blipFill>
          <p:spPr>
            <a:xfrm rot="8474785">
              <a:off x="7529762" y="3538855"/>
              <a:ext cx="3013777" cy="2079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3"/>
            <p:cNvPicPr preferRelativeResize="0"/>
            <p:nvPr/>
          </p:nvPicPr>
          <p:blipFill rotWithShape="1">
            <a:blip r:embed="rId3">
              <a:alphaModFix/>
            </a:blip>
            <a:srcRect b="19769" l="7341" r="4538" t="0"/>
            <a:stretch/>
          </p:blipFill>
          <p:spPr>
            <a:xfrm rot="8474785">
              <a:off x="-2200438" y="4253780"/>
              <a:ext cx="3013777" cy="2079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13"/>
          <p:cNvSpPr txBox="1"/>
          <p:nvPr>
            <p:ph type="title"/>
          </p:nvPr>
        </p:nvSpPr>
        <p:spPr>
          <a:xfrm>
            <a:off x="720000" y="19459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3"/>
          <p:cNvSpPr txBox="1"/>
          <p:nvPr>
            <p:ph hasCustomPrompt="1" idx="2" type="title"/>
          </p:nvPr>
        </p:nvSpPr>
        <p:spPr>
          <a:xfrm>
            <a:off x="720000" y="15052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720000" y="23801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3" type="title"/>
          </p:nvPr>
        </p:nvSpPr>
        <p:spPr>
          <a:xfrm>
            <a:off x="3403800" y="19459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3"/>
          <p:cNvSpPr txBox="1"/>
          <p:nvPr>
            <p:ph hasCustomPrompt="1" idx="4" type="title"/>
          </p:nvPr>
        </p:nvSpPr>
        <p:spPr>
          <a:xfrm>
            <a:off x="3403800" y="15052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idx="5" type="subTitle"/>
          </p:nvPr>
        </p:nvSpPr>
        <p:spPr>
          <a:xfrm>
            <a:off x="3403800" y="23801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6" type="title"/>
          </p:nvPr>
        </p:nvSpPr>
        <p:spPr>
          <a:xfrm>
            <a:off x="6087600" y="19459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3"/>
          <p:cNvSpPr txBox="1"/>
          <p:nvPr>
            <p:ph hasCustomPrompt="1" idx="7" type="title"/>
          </p:nvPr>
        </p:nvSpPr>
        <p:spPr>
          <a:xfrm>
            <a:off x="6087600" y="15052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idx="8" type="subTitle"/>
          </p:nvPr>
        </p:nvSpPr>
        <p:spPr>
          <a:xfrm>
            <a:off x="6087600" y="23801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9" type="title"/>
          </p:nvPr>
        </p:nvSpPr>
        <p:spPr>
          <a:xfrm>
            <a:off x="720000" y="36591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3"/>
          <p:cNvSpPr txBox="1"/>
          <p:nvPr>
            <p:ph hasCustomPrompt="1" idx="13" type="title"/>
          </p:nvPr>
        </p:nvSpPr>
        <p:spPr>
          <a:xfrm>
            <a:off x="720000" y="3218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idx="14" type="subTitle"/>
          </p:nvPr>
        </p:nvSpPr>
        <p:spPr>
          <a:xfrm>
            <a:off x="720000" y="40933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5" type="title"/>
          </p:nvPr>
        </p:nvSpPr>
        <p:spPr>
          <a:xfrm>
            <a:off x="3403800" y="36591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3"/>
          <p:cNvSpPr txBox="1"/>
          <p:nvPr>
            <p:ph hasCustomPrompt="1" idx="16" type="title"/>
          </p:nvPr>
        </p:nvSpPr>
        <p:spPr>
          <a:xfrm>
            <a:off x="3403800" y="3218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idx="17" type="subTitle"/>
          </p:nvPr>
        </p:nvSpPr>
        <p:spPr>
          <a:xfrm>
            <a:off x="3403800" y="40933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8" type="title"/>
          </p:nvPr>
        </p:nvSpPr>
        <p:spPr>
          <a:xfrm>
            <a:off x="6087600" y="36591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3"/>
          <p:cNvSpPr txBox="1"/>
          <p:nvPr>
            <p:ph hasCustomPrompt="1" idx="19" type="title"/>
          </p:nvPr>
        </p:nvSpPr>
        <p:spPr>
          <a:xfrm>
            <a:off x="6087600" y="3218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20" type="subTitle"/>
          </p:nvPr>
        </p:nvSpPr>
        <p:spPr>
          <a:xfrm>
            <a:off x="6087600" y="40933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4"/>
          <p:cNvGrpSpPr/>
          <p:nvPr/>
        </p:nvGrpSpPr>
        <p:grpSpPr>
          <a:xfrm>
            <a:off x="-2287613" y="-2849757"/>
            <a:ext cx="13137064" cy="11818857"/>
            <a:chOff x="-2287613" y="-2849757"/>
            <a:chExt cx="13137064" cy="11818857"/>
          </a:xfrm>
        </p:grpSpPr>
        <p:sp>
          <p:nvSpPr>
            <p:cNvPr id="111" name="Google Shape;111;p14"/>
            <p:cNvSpPr/>
            <p:nvPr/>
          </p:nvSpPr>
          <p:spPr>
            <a:xfrm>
              <a:off x="2730925" y="4136100"/>
              <a:ext cx="4833000" cy="48330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13560000" dist="19050">
                <a:srgbClr val="4877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" name="Google Shape;112;p1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1024815">
              <a:off x="-1813499" y="-2062374"/>
              <a:ext cx="5981303" cy="4126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4"/>
            <p:cNvSpPr/>
            <p:nvPr/>
          </p:nvSpPr>
          <p:spPr>
            <a:xfrm>
              <a:off x="6320525" y="-2551325"/>
              <a:ext cx="3524100" cy="35241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rgbClr val="4877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-753300" y="4387750"/>
              <a:ext cx="4510200" cy="45102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rgbClr val="4877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8440460">
              <a:off x="6573591" y="3723802"/>
              <a:ext cx="3498423" cy="24136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2700007">
              <a:off x="-1549410" y="3811827"/>
              <a:ext cx="3498423" cy="2413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2700067">
              <a:off x="8196332" y="-663976"/>
              <a:ext cx="2417488" cy="1667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4"/>
          <p:cNvSpPr txBox="1"/>
          <p:nvPr>
            <p:ph type="title"/>
          </p:nvPr>
        </p:nvSpPr>
        <p:spPr>
          <a:xfrm>
            <a:off x="2290025" y="3392700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14"/>
          <p:cNvSpPr txBox="1"/>
          <p:nvPr>
            <p:ph idx="1" type="subTitle"/>
          </p:nvPr>
        </p:nvSpPr>
        <p:spPr>
          <a:xfrm>
            <a:off x="1458125" y="1440900"/>
            <a:ext cx="62277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BLANK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713225" y="3392700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15"/>
          <p:cNvSpPr txBox="1"/>
          <p:nvPr>
            <p:ph idx="1" type="subTitle"/>
          </p:nvPr>
        </p:nvSpPr>
        <p:spPr>
          <a:xfrm>
            <a:off x="713225" y="1440900"/>
            <a:ext cx="54276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6"/>
          <p:cNvGrpSpPr/>
          <p:nvPr/>
        </p:nvGrpSpPr>
        <p:grpSpPr>
          <a:xfrm>
            <a:off x="-1184151" y="-1351597"/>
            <a:ext cx="11823558" cy="7841739"/>
            <a:chOff x="-1184151" y="-1351597"/>
            <a:chExt cx="11823558" cy="7841739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8315003">
              <a:off x="7323924" y="3681813"/>
              <a:ext cx="3005450" cy="207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2030834">
              <a:off x="-883927" y="-736516"/>
              <a:ext cx="2795452" cy="1928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8237554">
              <a:off x="344394" y="4326406"/>
              <a:ext cx="709012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9" name="Google Shape;129;p16"/>
          <p:cNvSpPr/>
          <p:nvPr/>
        </p:nvSpPr>
        <p:spPr>
          <a:xfrm>
            <a:off x="7854900" y="-1351600"/>
            <a:ext cx="3058800" cy="30588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8760357" y="2373965"/>
            <a:ext cx="43276" cy="411646"/>
            <a:chOff x="1256711" y="1178908"/>
            <a:chExt cx="43276" cy="411646"/>
          </a:xfrm>
        </p:grpSpPr>
        <p:grpSp>
          <p:nvGrpSpPr>
            <p:cNvPr id="131" name="Google Shape;131;p16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" name="Google Shape;135;p16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7"/>
          <p:cNvGrpSpPr/>
          <p:nvPr/>
        </p:nvGrpSpPr>
        <p:grpSpPr>
          <a:xfrm>
            <a:off x="-626179" y="-1185730"/>
            <a:ext cx="10883154" cy="7341565"/>
            <a:chOff x="-626179" y="-1185730"/>
            <a:chExt cx="10883154" cy="7341565"/>
          </a:xfrm>
        </p:grpSpPr>
        <p:pic>
          <p:nvPicPr>
            <p:cNvPr id="141" name="Google Shape;141;p17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5399979">
              <a:off x="8130378" y="118434"/>
              <a:ext cx="2516797" cy="17363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7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431542">
              <a:off x="7475217" y="4351057"/>
              <a:ext cx="2406995" cy="1660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697866">
              <a:off x="-483495" y="-960143"/>
              <a:ext cx="2406996" cy="16606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-1358125" y="4329300"/>
            <a:ext cx="4833000" cy="4833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3560000" dist="19050">
              <a:srgbClr val="4877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8"/>
          <p:cNvGrpSpPr/>
          <p:nvPr/>
        </p:nvGrpSpPr>
        <p:grpSpPr>
          <a:xfrm>
            <a:off x="-882095" y="-726333"/>
            <a:ext cx="11272713" cy="7422400"/>
            <a:chOff x="-882095" y="-726333"/>
            <a:chExt cx="11272713" cy="7422400"/>
          </a:xfrm>
        </p:grpSpPr>
        <p:pic>
          <p:nvPicPr>
            <p:cNvPr id="148" name="Google Shape;148;p18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9900020">
              <a:off x="6921273" y="4268971"/>
              <a:ext cx="3005449" cy="20734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8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9967875">
              <a:off x="-395585" y="-337669"/>
              <a:ext cx="1694844" cy="1169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8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9298886">
              <a:off x="-643870" y="4343254"/>
              <a:ext cx="2406997" cy="1660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8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3056069">
              <a:off x="7783994" y="-98945"/>
              <a:ext cx="2406993" cy="16606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900052">
              <a:off x="7921719" y="432640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3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901129" y="-1185730"/>
            <a:ext cx="10877832" cy="7958980"/>
            <a:chOff x="-901129" y="-1185730"/>
            <a:chExt cx="10877832" cy="7958980"/>
          </a:xfrm>
        </p:grpSpPr>
        <p:pic>
          <p:nvPicPr>
            <p:cNvPr id="156" name="Google Shape;156;p19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10431586">
              <a:off x="5043375" y="4544964"/>
              <a:ext cx="3005448" cy="207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9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431542">
              <a:off x="-806638" y="4315957"/>
              <a:ext cx="2406995" cy="1660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9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697866">
              <a:off x="7427023" y="-960143"/>
              <a:ext cx="2406996" cy="1660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9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9967875">
              <a:off x="-395585" y="-337669"/>
              <a:ext cx="1694844" cy="1169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051224">
              <a:off x="8207843" y="27135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162" name="Google Shape;162;p19"/>
          <p:cNvGrpSpPr/>
          <p:nvPr/>
        </p:nvGrpSpPr>
        <p:grpSpPr>
          <a:xfrm>
            <a:off x="373011" y="1294283"/>
            <a:ext cx="43276" cy="411646"/>
            <a:chOff x="1256711" y="1178908"/>
            <a:chExt cx="43276" cy="411646"/>
          </a:xfrm>
        </p:grpSpPr>
        <p:grpSp>
          <p:nvGrpSpPr>
            <p:cNvPr id="163" name="Google Shape;163;p19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64" name="Google Shape;164;p1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p19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68" name="Google Shape;168;p1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" name="Google Shape;171;p19"/>
          <p:cNvGrpSpPr/>
          <p:nvPr/>
        </p:nvGrpSpPr>
        <p:grpSpPr>
          <a:xfrm>
            <a:off x="8760357" y="3902258"/>
            <a:ext cx="43276" cy="411646"/>
            <a:chOff x="1256711" y="1178908"/>
            <a:chExt cx="43276" cy="411646"/>
          </a:xfrm>
        </p:grpSpPr>
        <p:grpSp>
          <p:nvGrpSpPr>
            <p:cNvPr id="172" name="Google Shape;172;p19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73" name="Google Shape;173;p1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9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77" name="Google Shape;177;p1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3_1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-2699993">
            <a:off x="-1409723" y="-796518"/>
            <a:ext cx="3342095" cy="230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-2699993">
            <a:off x="7754802" y="-1428968"/>
            <a:ext cx="3342095" cy="230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3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7457238" y="3948900"/>
            <a:ext cx="2374500" cy="23745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8100026">
            <a:off x="5801431" y="3214356"/>
            <a:ext cx="5686114" cy="39229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-457200" y="-207325"/>
            <a:ext cx="1877400" cy="18774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 rot="10800000">
            <a:off x="7183173" y="-1812784"/>
            <a:ext cx="3467152" cy="3438908"/>
          </a:xfrm>
          <a:custGeom>
            <a:rect b="b" l="l" r="r" t="t"/>
            <a:pathLst>
              <a:path extrusionOk="0" h="45292" w="45673">
                <a:moveTo>
                  <a:pt x="22646" y="0"/>
                </a:moveTo>
                <a:cubicBezTo>
                  <a:pt x="10227" y="0"/>
                  <a:pt x="0" y="10227"/>
                  <a:pt x="0" y="22646"/>
                </a:cubicBezTo>
                <a:cubicBezTo>
                  <a:pt x="0" y="35444"/>
                  <a:pt x="10227" y="45292"/>
                  <a:pt x="22646" y="45292"/>
                </a:cubicBezTo>
                <a:cubicBezTo>
                  <a:pt x="35445" y="45292"/>
                  <a:pt x="45672" y="35444"/>
                  <a:pt x="45672" y="22646"/>
                </a:cubicBezTo>
                <a:cubicBezTo>
                  <a:pt x="45672" y="10227"/>
                  <a:pt x="35445" y="0"/>
                  <a:pt x="226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 flipH="1" rot="10800000">
            <a:off x="-591848" y="3966991"/>
            <a:ext cx="2522748" cy="2502157"/>
          </a:xfrm>
          <a:custGeom>
            <a:rect b="b" l="l" r="r" t="t"/>
            <a:pathLst>
              <a:path extrusionOk="0" h="45292" w="45673">
                <a:moveTo>
                  <a:pt x="22646" y="0"/>
                </a:moveTo>
                <a:cubicBezTo>
                  <a:pt x="10227" y="0"/>
                  <a:pt x="0" y="10227"/>
                  <a:pt x="0" y="22646"/>
                </a:cubicBezTo>
                <a:cubicBezTo>
                  <a:pt x="0" y="35444"/>
                  <a:pt x="10227" y="45292"/>
                  <a:pt x="22646" y="45292"/>
                </a:cubicBezTo>
                <a:cubicBezTo>
                  <a:pt x="35445" y="45292"/>
                  <a:pt x="45672" y="35444"/>
                  <a:pt x="45672" y="22646"/>
                </a:cubicBezTo>
                <a:cubicBezTo>
                  <a:pt x="45672" y="10227"/>
                  <a:pt x="35445" y="0"/>
                  <a:pt x="226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14040000" dist="1905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21"/>
          <p:cNvGrpSpPr/>
          <p:nvPr/>
        </p:nvGrpSpPr>
        <p:grpSpPr>
          <a:xfrm>
            <a:off x="8622861" y="2242158"/>
            <a:ext cx="43276" cy="411646"/>
            <a:chOff x="1256711" y="1178908"/>
            <a:chExt cx="43276" cy="411646"/>
          </a:xfrm>
        </p:grpSpPr>
        <p:grpSp>
          <p:nvGrpSpPr>
            <p:cNvPr id="191" name="Google Shape;191;p21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92" name="Google Shape;192;p21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1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1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" name="Google Shape;195;p21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96" name="Google Shape;196;p21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1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1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99" name="Google Shape;199;p21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-3154105">
            <a:off x="-2150012" y="-1284551"/>
            <a:ext cx="4750922" cy="327772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9443434">
            <a:off x="-423633" y="4186073"/>
            <a:ext cx="2583231" cy="1782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100000">
            <a:off x="3490802" y="4311231"/>
            <a:ext cx="755727" cy="572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>
            <p:ph idx="1" type="subTitle"/>
          </p:nvPr>
        </p:nvSpPr>
        <p:spPr>
          <a:xfrm>
            <a:off x="720000" y="2571525"/>
            <a:ext cx="29076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type="title"/>
          </p:nvPr>
        </p:nvSpPr>
        <p:spPr>
          <a:xfrm>
            <a:off x="720000" y="937425"/>
            <a:ext cx="29076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263725" y="-3459750"/>
            <a:ext cx="4830000" cy="4830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7954075" y="3694355"/>
            <a:ext cx="1449300" cy="14493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rgbClr val="4877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4630225" y="4529225"/>
            <a:ext cx="1633500" cy="1633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3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8474785">
            <a:off x="7283237" y="3807780"/>
            <a:ext cx="3013777" cy="2079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099949">
            <a:off x="4168699" y="-1716088"/>
            <a:ext cx="3661250" cy="2525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>
            <p:ph type="title"/>
          </p:nvPr>
        </p:nvSpPr>
        <p:spPr>
          <a:xfrm>
            <a:off x="4804200" y="1714163"/>
            <a:ext cx="3619800" cy="11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3" name="Google Shape;213;p23"/>
          <p:cNvSpPr txBox="1"/>
          <p:nvPr>
            <p:ph idx="1" type="subTitle"/>
          </p:nvPr>
        </p:nvSpPr>
        <p:spPr>
          <a:xfrm>
            <a:off x="4804125" y="2775125"/>
            <a:ext cx="3619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4"/>
          <p:cNvGrpSpPr/>
          <p:nvPr/>
        </p:nvGrpSpPr>
        <p:grpSpPr>
          <a:xfrm>
            <a:off x="-2317973" y="-4060325"/>
            <a:ext cx="13821732" cy="11738205"/>
            <a:chOff x="-2317973" y="-4060325"/>
            <a:chExt cx="13821732" cy="11738205"/>
          </a:xfrm>
        </p:grpSpPr>
        <p:sp>
          <p:nvSpPr>
            <p:cNvPr id="216" name="Google Shape;216;p24"/>
            <p:cNvSpPr/>
            <p:nvPr/>
          </p:nvSpPr>
          <p:spPr>
            <a:xfrm>
              <a:off x="-619200" y="-4060325"/>
              <a:ext cx="4830000" cy="483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5138400" y="430200"/>
              <a:ext cx="2374500" cy="23745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chemeClr val="accent1">
                  <a:alpha val="36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5138400" y="1796475"/>
              <a:ext cx="4830000" cy="483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9" name="Google Shape;219;p2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9000006">
              <a:off x="6631531" y="3074710"/>
              <a:ext cx="4407288" cy="3040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10078522">
              <a:off x="2368356" y="-2528990"/>
              <a:ext cx="4407288" cy="30406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8099992">
              <a:off x="-1888368" y="3524285"/>
              <a:ext cx="4407289" cy="3040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051224">
              <a:off x="8207843" y="27135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24"/>
          <p:cNvSpPr txBox="1"/>
          <p:nvPr>
            <p:ph idx="1" type="subTitle"/>
          </p:nvPr>
        </p:nvSpPr>
        <p:spPr>
          <a:xfrm>
            <a:off x="720000" y="2571525"/>
            <a:ext cx="32742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720000" y="937425"/>
            <a:ext cx="34908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225" name="Google Shape;225;p24"/>
          <p:cNvGrpSpPr/>
          <p:nvPr/>
        </p:nvGrpSpPr>
        <p:grpSpPr>
          <a:xfrm>
            <a:off x="8757674" y="1149708"/>
            <a:ext cx="43276" cy="411646"/>
            <a:chOff x="1256711" y="1178908"/>
            <a:chExt cx="43276" cy="411646"/>
          </a:xfrm>
        </p:grpSpPr>
        <p:grpSp>
          <p:nvGrpSpPr>
            <p:cNvPr id="226" name="Google Shape;226;p24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227" name="Google Shape;227;p24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4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4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24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4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idx="1" type="subTitle"/>
          </p:nvPr>
        </p:nvSpPr>
        <p:spPr>
          <a:xfrm>
            <a:off x="720000" y="2571525"/>
            <a:ext cx="32691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720000" y="937425"/>
            <a:ext cx="34908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37" name="Google Shape;237;p25"/>
          <p:cNvSpPr/>
          <p:nvPr/>
        </p:nvSpPr>
        <p:spPr>
          <a:xfrm>
            <a:off x="1181400" y="4001050"/>
            <a:ext cx="3029400" cy="30294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6009000" y="-2258775"/>
            <a:ext cx="4830000" cy="4830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25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9000006">
            <a:off x="6631531" y="3074710"/>
            <a:ext cx="4407288" cy="304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10078522">
            <a:off x="2368356" y="-2528990"/>
            <a:ext cx="4407288" cy="304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099992">
            <a:off x="-1888368" y="3524285"/>
            <a:ext cx="4407289" cy="304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51224">
            <a:off x="8207843" y="271354"/>
            <a:ext cx="709013" cy="53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2344775" y="-2589231"/>
            <a:ext cx="12917401" cy="9745054"/>
            <a:chOff x="-2344775" y="-2589231"/>
            <a:chExt cx="12917401" cy="9745054"/>
          </a:xfrm>
        </p:grpSpPr>
        <p:sp>
          <p:nvSpPr>
            <p:cNvPr id="245" name="Google Shape;245;p26"/>
            <p:cNvSpPr/>
            <p:nvPr/>
          </p:nvSpPr>
          <p:spPr>
            <a:xfrm>
              <a:off x="-1399850" y="-1548525"/>
              <a:ext cx="4830000" cy="483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" name="Google Shape;246;p2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7598237">
              <a:off x="-2013436" y="2845613"/>
              <a:ext cx="4407288" cy="30406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772855">
              <a:off x="3713616" y="-2136240"/>
              <a:ext cx="4407289" cy="30406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6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9574638">
              <a:off x="5773341" y="3441765"/>
              <a:ext cx="4407289" cy="3040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2051224">
              <a:off x="268928" y="27135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6"/>
          <p:cNvSpPr txBox="1"/>
          <p:nvPr>
            <p:ph idx="1" type="subTitle"/>
          </p:nvPr>
        </p:nvSpPr>
        <p:spPr>
          <a:xfrm>
            <a:off x="5215650" y="2571525"/>
            <a:ext cx="31887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6"/>
          <p:cNvSpPr txBox="1"/>
          <p:nvPr>
            <p:ph type="title"/>
          </p:nvPr>
        </p:nvSpPr>
        <p:spPr>
          <a:xfrm>
            <a:off x="4913575" y="937425"/>
            <a:ext cx="34908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3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252" name="Google Shape;252;p26"/>
          <p:cNvGrpSpPr/>
          <p:nvPr/>
        </p:nvGrpSpPr>
        <p:grpSpPr>
          <a:xfrm>
            <a:off x="8757674" y="997308"/>
            <a:ext cx="43276" cy="411646"/>
            <a:chOff x="1256711" y="1178908"/>
            <a:chExt cx="43276" cy="411646"/>
          </a:xfrm>
        </p:grpSpPr>
        <p:grpSp>
          <p:nvGrpSpPr>
            <p:cNvPr id="253" name="Google Shape;253;p26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254" name="Google Shape;254;p26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6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6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7" name="Google Shape;257;p26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258" name="Google Shape;258;p26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6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6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type="title"/>
          </p:nvPr>
        </p:nvSpPr>
        <p:spPr>
          <a:xfrm>
            <a:off x="2236175" y="1714175"/>
            <a:ext cx="4671600" cy="11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3" name="Google Shape;263;p27"/>
          <p:cNvSpPr txBox="1"/>
          <p:nvPr>
            <p:ph idx="1" type="subTitle"/>
          </p:nvPr>
        </p:nvSpPr>
        <p:spPr>
          <a:xfrm>
            <a:off x="2762088" y="2775125"/>
            <a:ext cx="3619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ONE_COLUMN_TEXT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4229875" y="475600"/>
            <a:ext cx="42009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266" name="Google Shape;266;p28"/>
          <p:cNvSpPr txBox="1"/>
          <p:nvPr>
            <p:ph idx="1" type="body"/>
          </p:nvPr>
        </p:nvSpPr>
        <p:spPr>
          <a:xfrm>
            <a:off x="4817275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5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idx="1" type="subTitle"/>
          </p:nvPr>
        </p:nvSpPr>
        <p:spPr>
          <a:xfrm>
            <a:off x="5675175" y="2571525"/>
            <a:ext cx="27555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9"/>
          <p:cNvSpPr txBox="1"/>
          <p:nvPr>
            <p:ph type="title"/>
          </p:nvPr>
        </p:nvSpPr>
        <p:spPr>
          <a:xfrm>
            <a:off x="5523175" y="937425"/>
            <a:ext cx="29076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1_3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idx="1" type="subTitle"/>
          </p:nvPr>
        </p:nvSpPr>
        <p:spPr>
          <a:xfrm>
            <a:off x="5153580" y="2571525"/>
            <a:ext cx="32742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0"/>
          <p:cNvSpPr txBox="1"/>
          <p:nvPr>
            <p:ph type="title"/>
          </p:nvPr>
        </p:nvSpPr>
        <p:spPr>
          <a:xfrm>
            <a:off x="4936980" y="937425"/>
            <a:ext cx="34908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3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273" name="Google Shape;273;p30"/>
          <p:cNvGrpSpPr/>
          <p:nvPr/>
        </p:nvGrpSpPr>
        <p:grpSpPr>
          <a:xfrm>
            <a:off x="8757674" y="1759308"/>
            <a:ext cx="43276" cy="411646"/>
            <a:chOff x="1256711" y="1178908"/>
            <a:chExt cx="43276" cy="411646"/>
          </a:xfrm>
        </p:grpSpPr>
        <p:grpSp>
          <p:nvGrpSpPr>
            <p:cNvPr id="274" name="Google Shape;274;p30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275" name="Google Shape;275;p30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30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279" name="Google Shape;279;p30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30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30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bg>
      <p:bgPr>
        <a:gradFill>
          <a:gsLst>
            <a:gs pos="0">
              <a:srgbClr val="8DF1FF"/>
            </a:gs>
            <a:gs pos="30000">
              <a:srgbClr val="F2CEFF"/>
            </a:gs>
            <a:gs pos="100000">
              <a:srgbClr val="0445FF"/>
            </a:gs>
          </a:gsLst>
          <a:lin ang="8099331" scaled="0"/>
        </a:gra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>
            <p:ph type="title"/>
          </p:nvPr>
        </p:nvSpPr>
        <p:spPr>
          <a:xfrm>
            <a:off x="5455975" y="1555800"/>
            <a:ext cx="29748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TITLE_AND_DESCRIPTION_1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>
            <a:off x="4692850" y="1168450"/>
            <a:ext cx="37116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8" name="Google Shape;288;p33"/>
          <p:cNvSpPr txBox="1"/>
          <p:nvPr>
            <p:ph hasCustomPrompt="1" idx="2" type="title"/>
          </p:nvPr>
        </p:nvSpPr>
        <p:spPr>
          <a:xfrm>
            <a:off x="6804550" y="35321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9" name="Google Shape;289;p33"/>
          <p:cNvSpPr txBox="1"/>
          <p:nvPr>
            <p:ph idx="1" type="subTitle"/>
          </p:nvPr>
        </p:nvSpPr>
        <p:spPr>
          <a:xfrm>
            <a:off x="5433850" y="25721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TITLE_AND_DESCRIPTION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2716200" y="1168450"/>
            <a:ext cx="37116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2" name="Google Shape;292;p34"/>
          <p:cNvSpPr txBox="1"/>
          <p:nvPr>
            <p:ph hasCustomPrompt="1" idx="2" type="title"/>
          </p:nvPr>
        </p:nvSpPr>
        <p:spPr>
          <a:xfrm>
            <a:off x="3772050" y="35321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3" name="Google Shape;293;p34"/>
          <p:cNvSpPr txBox="1"/>
          <p:nvPr>
            <p:ph idx="1" type="subTitle"/>
          </p:nvPr>
        </p:nvSpPr>
        <p:spPr>
          <a:xfrm>
            <a:off x="3086700" y="25721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TITLE_AND_DESCRIPTION_1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type="title"/>
          </p:nvPr>
        </p:nvSpPr>
        <p:spPr>
          <a:xfrm>
            <a:off x="713225" y="1168450"/>
            <a:ext cx="38589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6" name="Google Shape;296;p35"/>
          <p:cNvSpPr txBox="1"/>
          <p:nvPr>
            <p:ph hasCustomPrompt="1" idx="2" type="title"/>
          </p:nvPr>
        </p:nvSpPr>
        <p:spPr>
          <a:xfrm>
            <a:off x="713225" y="35321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7" name="Google Shape;297;p35"/>
          <p:cNvSpPr txBox="1"/>
          <p:nvPr>
            <p:ph idx="1" type="subTitle"/>
          </p:nvPr>
        </p:nvSpPr>
        <p:spPr>
          <a:xfrm>
            <a:off x="713225" y="25721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TITLE_AND_DESCRIPTION_1_1_1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4572000" y="1168450"/>
            <a:ext cx="38589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0" name="Google Shape;300;p36"/>
          <p:cNvSpPr txBox="1"/>
          <p:nvPr>
            <p:ph hasCustomPrompt="1" idx="2" type="title"/>
          </p:nvPr>
        </p:nvSpPr>
        <p:spPr>
          <a:xfrm>
            <a:off x="6831000" y="35321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1" name="Google Shape;301;p36"/>
          <p:cNvSpPr txBox="1"/>
          <p:nvPr>
            <p:ph idx="1" type="subTitle"/>
          </p:nvPr>
        </p:nvSpPr>
        <p:spPr>
          <a:xfrm>
            <a:off x="5460300" y="25721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SECTION_TITLE_AND_DESCRIPTION_1_1_1_1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2541750" y="1168450"/>
            <a:ext cx="40605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4" name="Google Shape;304;p37"/>
          <p:cNvSpPr txBox="1"/>
          <p:nvPr>
            <p:ph hasCustomPrompt="1" idx="2" type="title"/>
          </p:nvPr>
        </p:nvSpPr>
        <p:spPr>
          <a:xfrm>
            <a:off x="3772050" y="35321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5" name="Google Shape;305;p37"/>
          <p:cNvSpPr txBox="1"/>
          <p:nvPr>
            <p:ph idx="1" type="subTitle"/>
          </p:nvPr>
        </p:nvSpPr>
        <p:spPr>
          <a:xfrm>
            <a:off x="3086700" y="25721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8"/>
          <p:cNvGrpSpPr/>
          <p:nvPr/>
        </p:nvGrpSpPr>
        <p:grpSpPr>
          <a:xfrm flipH="1">
            <a:off x="-1216757" y="-950433"/>
            <a:ext cx="11676113" cy="7161288"/>
            <a:chOff x="-1285495" y="-726333"/>
            <a:chExt cx="11676113" cy="7161288"/>
          </a:xfrm>
        </p:grpSpPr>
        <p:pic>
          <p:nvPicPr>
            <p:cNvPr id="308" name="Google Shape;308;p38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9298886">
              <a:off x="-1047270" y="4343254"/>
              <a:ext cx="2406997" cy="1660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38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3056069">
              <a:off x="7783994" y="-98945"/>
              <a:ext cx="2406993" cy="16606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38"/>
          <p:cNvSpPr/>
          <p:nvPr/>
        </p:nvSpPr>
        <p:spPr>
          <a:xfrm>
            <a:off x="7456575" y="-1623700"/>
            <a:ext cx="3034500" cy="3034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8"/>
          <p:cNvSpPr/>
          <p:nvPr/>
        </p:nvSpPr>
        <p:spPr>
          <a:xfrm>
            <a:off x="-1601950" y="4208800"/>
            <a:ext cx="3034500" cy="3034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8960000" dist="19050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720000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13" name="Google Shape;313;p38"/>
          <p:cNvSpPr txBox="1"/>
          <p:nvPr>
            <p:ph idx="2" type="body"/>
          </p:nvPr>
        </p:nvSpPr>
        <p:spPr>
          <a:xfrm>
            <a:off x="4810500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14" name="Google Shape;31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idx="1" type="subTitle"/>
          </p:nvPr>
        </p:nvSpPr>
        <p:spPr>
          <a:xfrm>
            <a:off x="2516193" y="2266784"/>
            <a:ext cx="18459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7" name="Google Shape;317;p39"/>
          <p:cNvSpPr txBox="1"/>
          <p:nvPr>
            <p:ph idx="2" type="subTitle"/>
          </p:nvPr>
        </p:nvSpPr>
        <p:spPr>
          <a:xfrm>
            <a:off x="6384038" y="2266784"/>
            <a:ext cx="18459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8" name="Google Shape;318;p39"/>
          <p:cNvSpPr txBox="1"/>
          <p:nvPr>
            <p:ph idx="3" type="subTitle"/>
          </p:nvPr>
        </p:nvSpPr>
        <p:spPr>
          <a:xfrm>
            <a:off x="2516200" y="2690362"/>
            <a:ext cx="184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39"/>
          <p:cNvSpPr txBox="1"/>
          <p:nvPr>
            <p:ph idx="4" type="subTitle"/>
          </p:nvPr>
        </p:nvSpPr>
        <p:spPr>
          <a:xfrm>
            <a:off x="6384049" y="2690362"/>
            <a:ext cx="184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idx="1" type="subTitle"/>
          </p:nvPr>
        </p:nvSpPr>
        <p:spPr>
          <a:xfrm>
            <a:off x="719950" y="2270575"/>
            <a:ext cx="20427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40"/>
          <p:cNvSpPr txBox="1"/>
          <p:nvPr>
            <p:ph idx="2" type="subTitle"/>
          </p:nvPr>
        </p:nvSpPr>
        <p:spPr>
          <a:xfrm>
            <a:off x="6381300" y="2270575"/>
            <a:ext cx="20427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4" name="Google Shape;324;p40"/>
          <p:cNvSpPr txBox="1"/>
          <p:nvPr>
            <p:ph idx="3" type="subTitle"/>
          </p:nvPr>
        </p:nvSpPr>
        <p:spPr>
          <a:xfrm>
            <a:off x="816847" y="2692569"/>
            <a:ext cx="194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4" type="subTitle"/>
          </p:nvPr>
        </p:nvSpPr>
        <p:spPr>
          <a:xfrm>
            <a:off x="6381298" y="2692569"/>
            <a:ext cx="194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7803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9" name="Google Shape;329;p41"/>
          <p:cNvSpPr txBox="1"/>
          <p:nvPr>
            <p:ph idx="1" type="subTitle"/>
          </p:nvPr>
        </p:nvSpPr>
        <p:spPr>
          <a:xfrm>
            <a:off x="780300" y="3637431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41"/>
          <p:cNvSpPr txBox="1"/>
          <p:nvPr>
            <p:ph idx="2" type="title"/>
          </p:nvPr>
        </p:nvSpPr>
        <p:spPr>
          <a:xfrm>
            <a:off x="34641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1" name="Google Shape;331;p41"/>
          <p:cNvSpPr txBox="1"/>
          <p:nvPr>
            <p:ph idx="3" type="subTitle"/>
          </p:nvPr>
        </p:nvSpPr>
        <p:spPr>
          <a:xfrm>
            <a:off x="3464100" y="3637431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4" type="title"/>
          </p:nvPr>
        </p:nvSpPr>
        <p:spPr>
          <a:xfrm>
            <a:off x="617805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3" name="Google Shape;333;p41"/>
          <p:cNvSpPr txBox="1"/>
          <p:nvPr>
            <p:ph idx="5" type="subTitle"/>
          </p:nvPr>
        </p:nvSpPr>
        <p:spPr>
          <a:xfrm>
            <a:off x="6178050" y="3637431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1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335" name="Google Shape;335;p41"/>
          <p:cNvGrpSpPr/>
          <p:nvPr/>
        </p:nvGrpSpPr>
        <p:grpSpPr>
          <a:xfrm>
            <a:off x="-1729404" y="-96251"/>
            <a:ext cx="12330163" cy="7316165"/>
            <a:chOff x="-1729404" y="-96251"/>
            <a:chExt cx="12330163" cy="7316165"/>
          </a:xfrm>
        </p:grpSpPr>
        <p:pic>
          <p:nvPicPr>
            <p:cNvPr id="336" name="Google Shape;336;p41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54">
              <a:off x="8093780" y="527170"/>
              <a:ext cx="2406994" cy="1660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41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54">
              <a:off x="-1629420" y="812270"/>
              <a:ext cx="2406994" cy="1660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41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123040">
              <a:off x="7004301" y="4360613"/>
              <a:ext cx="3005448" cy="207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41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10431586">
              <a:off x="-355674" y="4361689"/>
              <a:ext cx="3005448" cy="207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0" name="Google Shape;3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799926">
            <a:off x="2668252" y="4464955"/>
            <a:ext cx="709013" cy="53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2"/>
          <p:cNvGrpSpPr/>
          <p:nvPr/>
        </p:nvGrpSpPr>
        <p:grpSpPr>
          <a:xfrm>
            <a:off x="-2189843" y="-2877590"/>
            <a:ext cx="12916773" cy="9519968"/>
            <a:chOff x="-2189843" y="-2877590"/>
            <a:chExt cx="12916773" cy="9519968"/>
          </a:xfrm>
        </p:grpSpPr>
        <p:pic>
          <p:nvPicPr>
            <p:cNvPr id="343" name="Google Shape;343;p42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1799987">
              <a:off x="-1661597" y="-1857170"/>
              <a:ext cx="5007392" cy="3454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42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10799984">
              <a:off x="-420974" y="4379682"/>
              <a:ext cx="3279626" cy="2262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42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1510776">
              <a:off x="7227583" y="-558145"/>
              <a:ext cx="3183386" cy="219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051224">
              <a:off x="8069493" y="1023379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7" name="Google Shape;347;p42"/>
          <p:cNvSpPr txBox="1"/>
          <p:nvPr>
            <p:ph type="title"/>
          </p:nvPr>
        </p:nvSpPr>
        <p:spPr>
          <a:xfrm>
            <a:off x="7803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8" name="Google Shape;348;p42"/>
          <p:cNvSpPr txBox="1"/>
          <p:nvPr>
            <p:ph idx="1" type="subTitle"/>
          </p:nvPr>
        </p:nvSpPr>
        <p:spPr>
          <a:xfrm>
            <a:off x="985200" y="3594696"/>
            <a:ext cx="1806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2"/>
          <p:cNvSpPr txBox="1"/>
          <p:nvPr>
            <p:ph idx="2" type="title"/>
          </p:nvPr>
        </p:nvSpPr>
        <p:spPr>
          <a:xfrm>
            <a:off x="34641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0" name="Google Shape;350;p42"/>
          <p:cNvSpPr txBox="1"/>
          <p:nvPr>
            <p:ph idx="3" type="subTitle"/>
          </p:nvPr>
        </p:nvSpPr>
        <p:spPr>
          <a:xfrm>
            <a:off x="3669000" y="3594696"/>
            <a:ext cx="1806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42"/>
          <p:cNvSpPr txBox="1"/>
          <p:nvPr>
            <p:ph idx="4" type="title"/>
          </p:nvPr>
        </p:nvSpPr>
        <p:spPr>
          <a:xfrm>
            <a:off x="617805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2" name="Google Shape;352;p42"/>
          <p:cNvSpPr txBox="1"/>
          <p:nvPr>
            <p:ph idx="5" type="subTitle"/>
          </p:nvPr>
        </p:nvSpPr>
        <p:spPr>
          <a:xfrm>
            <a:off x="6382950" y="3594696"/>
            <a:ext cx="1806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4" name="Google Shape;354;p42"/>
          <p:cNvSpPr/>
          <p:nvPr/>
        </p:nvSpPr>
        <p:spPr>
          <a:xfrm>
            <a:off x="7349325" y="4362725"/>
            <a:ext cx="3043800" cy="30441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type="title"/>
          </p:nvPr>
        </p:nvSpPr>
        <p:spPr>
          <a:xfrm>
            <a:off x="780300" y="1920041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7" name="Google Shape;357;p43"/>
          <p:cNvSpPr txBox="1"/>
          <p:nvPr>
            <p:ph idx="1" type="subTitle"/>
          </p:nvPr>
        </p:nvSpPr>
        <p:spPr>
          <a:xfrm>
            <a:off x="780300" y="2420170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2" type="title"/>
          </p:nvPr>
        </p:nvSpPr>
        <p:spPr>
          <a:xfrm>
            <a:off x="34641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9" name="Google Shape;359;p43"/>
          <p:cNvSpPr txBox="1"/>
          <p:nvPr>
            <p:ph idx="3" type="subTitle"/>
          </p:nvPr>
        </p:nvSpPr>
        <p:spPr>
          <a:xfrm>
            <a:off x="3464100" y="3651454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4" type="title"/>
          </p:nvPr>
        </p:nvSpPr>
        <p:spPr>
          <a:xfrm>
            <a:off x="6147900" y="1920041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1" name="Google Shape;361;p43"/>
          <p:cNvSpPr txBox="1"/>
          <p:nvPr>
            <p:ph idx="5" type="subTitle"/>
          </p:nvPr>
        </p:nvSpPr>
        <p:spPr>
          <a:xfrm>
            <a:off x="6147900" y="2420170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4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/>
          <p:nvPr/>
        </p:nvSpPr>
        <p:spPr>
          <a:xfrm rot="10800000">
            <a:off x="869350" y="4278800"/>
            <a:ext cx="3058800" cy="30588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4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9027749">
            <a:off x="3275450" y="4307116"/>
            <a:ext cx="3005449" cy="207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-431542">
            <a:off x="-806638" y="4315957"/>
            <a:ext cx="2406995" cy="1660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-2978324">
            <a:off x="-806643" y="-758766"/>
            <a:ext cx="2406999" cy="1660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218587" y="3912375"/>
            <a:ext cx="356565" cy="27019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4"/>
          <p:cNvSpPr txBox="1"/>
          <p:nvPr>
            <p:ph type="title"/>
          </p:nvPr>
        </p:nvSpPr>
        <p:spPr>
          <a:xfrm>
            <a:off x="720000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0" name="Google Shape;370;p44"/>
          <p:cNvSpPr txBox="1"/>
          <p:nvPr>
            <p:ph idx="1" type="subTitle"/>
          </p:nvPr>
        </p:nvSpPr>
        <p:spPr>
          <a:xfrm>
            <a:off x="719996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2" type="title"/>
          </p:nvPr>
        </p:nvSpPr>
        <p:spPr>
          <a:xfrm>
            <a:off x="3138449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2" name="Google Shape;372;p44"/>
          <p:cNvSpPr txBox="1"/>
          <p:nvPr>
            <p:ph idx="3" type="subTitle"/>
          </p:nvPr>
        </p:nvSpPr>
        <p:spPr>
          <a:xfrm>
            <a:off x="3138447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4" type="title"/>
          </p:nvPr>
        </p:nvSpPr>
        <p:spPr>
          <a:xfrm>
            <a:off x="720000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4" name="Google Shape;374;p44"/>
          <p:cNvSpPr txBox="1"/>
          <p:nvPr>
            <p:ph idx="5" type="subTitle"/>
          </p:nvPr>
        </p:nvSpPr>
        <p:spPr>
          <a:xfrm>
            <a:off x="719996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44"/>
          <p:cNvSpPr txBox="1"/>
          <p:nvPr>
            <p:ph idx="6" type="title"/>
          </p:nvPr>
        </p:nvSpPr>
        <p:spPr>
          <a:xfrm>
            <a:off x="3138449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6" name="Google Shape;376;p44"/>
          <p:cNvSpPr txBox="1"/>
          <p:nvPr>
            <p:ph idx="7" type="subTitle"/>
          </p:nvPr>
        </p:nvSpPr>
        <p:spPr>
          <a:xfrm>
            <a:off x="3138447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4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5"/>
          <p:cNvGrpSpPr/>
          <p:nvPr/>
        </p:nvGrpSpPr>
        <p:grpSpPr>
          <a:xfrm>
            <a:off x="-3055525" y="-2928200"/>
            <a:ext cx="14744101" cy="10199190"/>
            <a:chOff x="-3055525" y="-2928200"/>
            <a:chExt cx="14744101" cy="10199190"/>
          </a:xfrm>
        </p:grpSpPr>
        <p:pic>
          <p:nvPicPr>
            <p:cNvPr id="380" name="Google Shape;380;p45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3872766">
              <a:off x="7352283" y="-440830"/>
              <a:ext cx="4224888" cy="291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45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8999989">
              <a:off x="-1644479" y="3495172"/>
              <a:ext cx="4224889" cy="29148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45"/>
            <p:cNvSpPr/>
            <p:nvPr/>
          </p:nvSpPr>
          <p:spPr>
            <a:xfrm>
              <a:off x="-3055525" y="-2928200"/>
              <a:ext cx="4830000" cy="483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5"/>
            <p:cNvSpPr/>
            <p:nvPr/>
          </p:nvSpPr>
          <p:spPr>
            <a:xfrm rot="10800000">
              <a:off x="8606875" y="3311550"/>
              <a:ext cx="2216700" cy="2216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45"/>
          <p:cNvSpPr txBox="1"/>
          <p:nvPr>
            <p:ph type="title"/>
          </p:nvPr>
        </p:nvSpPr>
        <p:spPr>
          <a:xfrm>
            <a:off x="3642899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5" name="Google Shape;385;p45"/>
          <p:cNvSpPr txBox="1"/>
          <p:nvPr>
            <p:ph idx="1" type="subTitle"/>
          </p:nvPr>
        </p:nvSpPr>
        <p:spPr>
          <a:xfrm>
            <a:off x="5566675" y="1759050"/>
            <a:ext cx="28641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2" type="title"/>
          </p:nvPr>
        </p:nvSpPr>
        <p:spPr>
          <a:xfrm>
            <a:off x="3642899" y="2480825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7" name="Google Shape;387;p45"/>
          <p:cNvSpPr txBox="1"/>
          <p:nvPr>
            <p:ph idx="3" type="subTitle"/>
          </p:nvPr>
        </p:nvSpPr>
        <p:spPr>
          <a:xfrm>
            <a:off x="5566675" y="2480825"/>
            <a:ext cx="28641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45"/>
          <p:cNvSpPr txBox="1"/>
          <p:nvPr>
            <p:ph idx="4" type="title"/>
          </p:nvPr>
        </p:nvSpPr>
        <p:spPr>
          <a:xfrm>
            <a:off x="3642899" y="3924375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9" name="Google Shape;389;p45"/>
          <p:cNvSpPr txBox="1"/>
          <p:nvPr>
            <p:ph idx="5" type="subTitle"/>
          </p:nvPr>
        </p:nvSpPr>
        <p:spPr>
          <a:xfrm>
            <a:off x="5566675" y="3924375"/>
            <a:ext cx="28641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5"/>
          <p:cNvSpPr txBox="1"/>
          <p:nvPr>
            <p:ph idx="6" type="title"/>
          </p:nvPr>
        </p:nvSpPr>
        <p:spPr>
          <a:xfrm>
            <a:off x="3642899" y="320260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1" name="Google Shape;391;p45"/>
          <p:cNvSpPr txBox="1"/>
          <p:nvPr>
            <p:ph idx="7" type="subTitle"/>
          </p:nvPr>
        </p:nvSpPr>
        <p:spPr>
          <a:xfrm>
            <a:off x="5566675" y="3202600"/>
            <a:ext cx="28641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5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393" name="Google Shape;393;p45"/>
          <p:cNvGrpSpPr/>
          <p:nvPr/>
        </p:nvGrpSpPr>
        <p:grpSpPr>
          <a:xfrm>
            <a:off x="320361" y="525558"/>
            <a:ext cx="43276" cy="411646"/>
            <a:chOff x="1256711" y="1178908"/>
            <a:chExt cx="43276" cy="411646"/>
          </a:xfrm>
        </p:grpSpPr>
        <p:grpSp>
          <p:nvGrpSpPr>
            <p:cNvPr id="394" name="Google Shape;394;p45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395" name="Google Shape;395;p4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4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4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" name="Google Shape;398;p45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399" name="Google Shape;399;p4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4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4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2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/>
          <p:nvPr>
            <p:ph type="title"/>
          </p:nvPr>
        </p:nvSpPr>
        <p:spPr>
          <a:xfrm>
            <a:off x="1101000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4" name="Google Shape;404;p46"/>
          <p:cNvSpPr txBox="1"/>
          <p:nvPr>
            <p:ph idx="1" type="subTitle"/>
          </p:nvPr>
        </p:nvSpPr>
        <p:spPr>
          <a:xfrm>
            <a:off x="1101000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6"/>
          <p:cNvSpPr txBox="1"/>
          <p:nvPr>
            <p:ph idx="2" type="title"/>
          </p:nvPr>
        </p:nvSpPr>
        <p:spPr>
          <a:xfrm>
            <a:off x="6184799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6" name="Google Shape;406;p46"/>
          <p:cNvSpPr txBox="1"/>
          <p:nvPr>
            <p:ph idx="3" type="subTitle"/>
          </p:nvPr>
        </p:nvSpPr>
        <p:spPr>
          <a:xfrm>
            <a:off x="6184797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46"/>
          <p:cNvSpPr txBox="1"/>
          <p:nvPr>
            <p:ph idx="4" type="title"/>
          </p:nvPr>
        </p:nvSpPr>
        <p:spPr>
          <a:xfrm>
            <a:off x="1101000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8" name="Google Shape;408;p46"/>
          <p:cNvSpPr txBox="1"/>
          <p:nvPr>
            <p:ph idx="5" type="subTitle"/>
          </p:nvPr>
        </p:nvSpPr>
        <p:spPr>
          <a:xfrm>
            <a:off x="1101000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46"/>
          <p:cNvSpPr txBox="1"/>
          <p:nvPr>
            <p:ph idx="6" type="title"/>
          </p:nvPr>
        </p:nvSpPr>
        <p:spPr>
          <a:xfrm>
            <a:off x="6184799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0" name="Google Shape;410;p46"/>
          <p:cNvSpPr txBox="1"/>
          <p:nvPr>
            <p:ph idx="7" type="subTitle"/>
          </p:nvPr>
        </p:nvSpPr>
        <p:spPr>
          <a:xfrm>
            <a:off x="6184797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46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7"/>
          <p:cNvGrpSpPr/>
          <p:nvPr/>
        </p:nvGrpSpPr>
        <p:grpSpPr>
          <a:xfrm>
            <a:off x="-1959721" y="-1274223"/>
            <a:ext cx="12394943" cy="7074744"/>
            <a:chOff x="-1959721" y="-1274223"/>
            <a:chExt cx="12394943" cy="7074744"/>
          </a:xfrm>
        </p:grpSpPr>
        <p:pic>
          <p:nvPicPr>
            <p:cNvPr id="414" name="Google Shape;414;p47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48">
              <a:off x="-1819005" y="-396878"/>
              <a:ext cx="3387391" cy="23370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47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5805905">
              <a:off x="7725949" y="3149387"/>
              <a:ext cx="3005445" cy="207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786570">
              <a:off x="216039" y="4390301"/>
              <a:ext cx="540373" cy="409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p47"/>
          <p:cNvSpPr txBox="1"/>
          <p:nvPr>
            <p:ph type="title"/>
          </p:nvPr>
        </p:nvSpPr>
        <p:spPr>
          <a:xfrm>
            <a:off x="720000" y="2003094"/>
            <a:ext cx="2305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8" name="Google Shape;418;p47"/>
          <p:cNvSpPr txBox="1"/>
          <p:nvPr>
            <p:ph idx="1" type="subTitle"/>
          </p:nvPr>
        </p:nvSpPr>
        <p:spPr>
          <a:xfrm>
            <a:off x="961500" y="2361019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7"/>
          <p:cNvSpPr txBox="1"/>
          <p:nvPr>
            <p:ph idx="2" type="title"/>
          </p:nvPr>
        </p:nvSpPr>
        <p:spPr>
          <a:xfrm>
            <a:off x="3419268" y="2003094"/>
            <a:ext cx="2305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0" name="Google Shape;420;p47"/>
          <p:cNvSpPr txBox="1"/>
          <p:nvPr>
            <p:ph idx="3" type="subTitle"/>
          </p:nvPr>
        </p:nvSpPr>
        <p:spPr>
          <a:xfrm>
            <a:off x="3660768" y="2361019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47"/>
          <p:cNvSpPr txBox="1"/>
          <p:nvPr>
            <p:ph idx="4" type="title"/>
          </p:nvPr>
        </p:nvSpPr>
        <p:spPr>
          <a:xfrm>
            <a:off x="720000" y="3821069"/>
            <a:ext cx="2305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2" name="Google Shape;422;p47"/>
          <p:cNvSpPr txBox="1"/>
          <p:nvPr>
            <p:ph idx="5" type="subTitle"/>
          </p:nvPr>
        </p:nvSpPr>
        <p:spPr>
          <a:xfrm>
            <a:off x="961500" y="4178994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47"/>
          <p:cNvSpPr txBox="1"/>
          <p:nvPr>
            <p:ph idx="6" type="title"/>
          </p:nvPr>
        </p:nvSpPr>
        <p:spPr>
          <a:xfrm>
            <a:off x="3419268" y="3821069"/>
            <a:ext cx="2305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4" name="Google Shape;424;p47"/>
          <p:cNvSpPr txBox="1"/>
          <p:nvPr>
            <p:ph idx="7" type="subTitle"/>
          </p:nvPr>
        </p:nvSpPr>
        <p:spPr>
          <a:xfrm>
            <a:off x="3660768" y="4178994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47"/>
          <p:cNvSpPr txBox="1"/>
          <p:nvPr>
            <p:ph idx="8" type="title"/>
          </p:nvPr>
        </p:nvSpPr>
        <p:spPr>
          <a:xfrm>
            <a:off x="6118578" y="2003094"/>
            <a:ext cx="2305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6" name="Google Shape;426;p47"/>
          <p:cNvSpPr txBox="1"/>
          <p:nvPr>
            <p:ph idx="9" type="subTitle"/>
          </p:nvPr>
        </p:nvSpPr>
        <p:spPr>
          <a:xfrm>
            <a:off x="6360078" y="2361019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47"/>
          <p:cNvSpPr txBox="1"/>
          <p:nvPr>
            <p:ph idx="13" type="title"/>
          </p:nvPr>
        </p:nvSpPr>
        <p:spPr>
          <a:xfrm>
            <a:off x="6118578" y="3821069"/>
            <a:ext cx="2305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8" name="Google Shape;428;p47"/>
          <p:cNvSpPr txBox="1"/>
          <p:nvPr>
            <p:ph idx="14" type="subTitle"/>
          </p:nvPr>
        </p:nvSpPr>
        <p:spPr>
          <a:xfrm>
            <a:off x="6360078" y="4178994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8"/>
          <p:cNvSpPr txBox="1"/>
          <p:nvPr>
            <p:ph type="title"/>
          </p:nvPr>
        </p:nvSpPr>
        <p:spPr>
          <a:xfrm>
            <a:off x="1063722" y="1678175"/>
            <a:ext cx="1822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2" name="Google Shape;432;p48"/>
          <p:cNvSpPr txBox="1"/>
          <p:nvPr>
            <p:ph idx="1" type="subTitle"/>
          </p:nvPr>
        </p:nvSpPr>
        <p:spPr>
          <a:xfrm>
            <a:off x="1063718" y="2036100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8"/>
          <p:cNvSpPr txBox="1"/>
          <p:nvPr>
            <p:ph idx="2" type="title"/>
          </p:nvPr>
        </p:nvSpPr>
        <p:spPr>
          <a:xfrm>
            <a:off x="6262232" y="1678175"/>
            <a:ext cx="1822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4" name="Google Shape;434;p48"/>
          <p:cNvSpPr txBox="1"/>
          <p:nvPr>
            <p:ph idx="3" type="subTitle"/>
          </p:nvPr>
        </p:nvSpPr>
        <p:spPr>
          <a:xfrm>
            <a:off x="6262211" y="2036094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8"/>
          <p:cNvSpPr txBox="1"/>
          <p:nvPr>
            <p:ph idx="4" type="title"/>
          </p:nvPr>
        </p:nvSpPr>
        <p:spPr>
          <a:xfrm>
            <a:off x="682697" y="2719725"/>
            <a:ext cx="1822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6" name="Google Shape;436;p48"/>
          <p:cNvSpPr txBox="1"/>
          <p:nvPr>
            <p:ph idx="5" type="subTitle"/>
          </p:nvPr>
        </p:nvSpPr>
        <p:spPr>
          <a:xfrm>
            <a:off x="682693" y="3077647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48"/>
          <p:cNvSpPr txBox="1"/>
          <p:nvPr>
            <p:ph idx="6" type="title"/>
          </p:nvPr>
        </p:nvSpPr>
        <p:spPr>
          <a:xfrm>
            <a:off x="1063720" y="3761275"/>
            <a:ext cx="1822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8" name="Google Shape;438;p48"/>
          <p:cNvSpPr txBox="1"/>
          <p:nvPr>
            <p:ph idx="7" type="subTitle"/>
          </p:nvPr>
        </p:nvSpPr>
        <p:spPr>
          <a:xfrm>
            <a:off x="1063699" y="4119197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8"/>
          <p:cNvSpPr txBox="1"/>
          <p:nvPr>
            <p:ph idx="8" type="title"/>
          </p:nvPr>
        </p:nvSpPr>
        <p:spPr>
          <a:xfrm>
            <a:off x="6643209" y="2719725"/>
            <a:ext cx="1822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0" name="Google Shape;440;p48"/>
          <p:cNvSpPr txBox="1"/>
          <p:nvPr>
            <p:ph idx="9" type="subTitle"/>
          </p:nvPr>
        </p:nvSpPr>
        <p:spPr>
          <a:xfrm>
            <a:off x="6643209" y="3077645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8"/>
          <p:cNvSpPr txBox="1"/>
          <p:nvPr>
            <p:ph idx="13" type="title"/>
          </p:nvPr>
        </p:nvSpPr>
        <p:spPr>
          <a:xfrm>
            <a:off x="6262209" y="3761275"/>
            <a:ext cx="18225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2" name="Google Shape;442;p48"/>
          <p:cNvSpPr txBox="1"/>
          <p:nvPr>
            <p:ph idx="14" type="subTitle"/>
          </p:nvPr>
        </p:nvSpPr>
        <p:spPr>
          <a:xfrm>
            <a:off x="6262209" y="4119197"/>
            <a:ext cx="182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48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BLANK_1_1_1_1_1_2_1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"/>
          <p:cNvSpPr txBox="1"/>
          <p:nvPr>
            <p:ph type="title"/>
          </p:nvPr>
        </p:nvSpPr>
        <p:spPr>
          <a:xfrm>
            <a:off x="1980827" y="1678175"/>
            <a:ext cx="23898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6" name="Google Shape;446;p49"/>
          <p:cNvSpPr txBox="1"/>
          <p:nvPr>
            <p:ph idx="1" type="subTitle"/>
          </p:nvPr>
        </p:nvSpPr>
        <p:spPr>
          <a:xfrm>
            <a:off x="1980827" y="2036100"/>
            <a:ext cx="2389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9"/>
          <p:cNvSpPr txBox="1"/>
          <p:nvPr>
            <p:ph idx="2" type="title"/>
          </p:nvPr>
        </p:nvSpPr>
        <p:spPr>
          <a:xfrm>
            <a:off x="5832822" y="1678175"/>
            <a:ext cx="23898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8" name="Google Shape;448;p49"/>
          <p:cNvSpPr txBox="1"/>
          <p:nvPr>
            <p:ph idx="3" type="subTitle"/>
          </p:nvPr>
        </p:nvSpPr>
        <p:spPr>
          <a:xfrm>
            <a:off x="5832822" y="2036094"/>
            <a:ext cx="2389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49"/>
          <p:cNvSpPr txBox="1"/>
          <p:nvPr>
            <p:ph idx="4" type="title"/>
          </p:nvPr>
        </p:nvSpPr>
        <p:spPr>
          <a:xfrm>
            <a:off x="1980827" y="2719726"/>
            <a:ext cx="23898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0" name="Google Shape;450;p49"/>
          <p:cNvSpPr txBox="1"/>
          <p:nvPr>
            <p:ph idx="5" type="subTitle"/>
          </p:nvPr>
        </p:nvSpPr>
        <p:spPr>
          <a:xfrm>
            <a:off x="1980827" y="3077648"/>
            <a:ext cx="2389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idx="6" type="title"/>
          </p:nvPr>
        </p:nvSpPr>
        <p:spPr>
          <a:xfrm>
            <a:off x="1980827" y="3761277"/>
            <a:ext cx="23898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2" name="Google Shape;452;p49"/>
          <p:cNvSpPr txBox="1"/>
          <p:nvPr>
            <p:ph idx="7" type="subTitle"/>
          </p:nvPr>
        </p:nvSpPr>
        <p:spPr>
          <a:xfrm>
            <a:off x="1980827" y="4119199"/>
            <a:ext cx="2389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49"/>
          <p:cNvSpPr txBox="1"/>
          <p:nvPr>
            <p:ph idx="8" type="title"/>
          </p:nvPr>
        </p:nvSpPr>
        <p:spPr>
          <a:xfrm>
            <a:off x="5832822" y="2719726"/>
            <a:ext cx="23898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4" name="Google Shape;454;p49"/>
          <p:cNvSpPr txBox="1"/>
          <p:nvPr>
            <p:ph idx="9" type="subTitle"/>
          </p:nvPr>
        </p:nvSpPr>
        <p:spPr>
          <a:xfrm>
            <a:off x="5832822" y="3077647"/>
            <a:ext cx="2389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49"/>
          <p:cNvSpPr txBox="1"/>
          <p:nvPr>
            <p:ph idx="13" type="title"/>
          </p:nvPr>
        </p:nvSpPr>
        <p:spPr>
          <a:xfrm>
            <a:off x="5832822" y="3761277"/>
            <a:ext cx="2389800" cy="3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6" name="Google Shape;456;p49"/>
          <p:cNvSpPr txBox="1"/>
          <p:nvPr>
            <p:ph idx="14" type="subTitle"/>
          </p:nvPr>
        </p:nvSpPr>
        <p:spPr>
          <a:xfrm>
            <a:off x="5832822" y="4119199"/>
            <a:ext cx="2389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49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50"/>
          <p:cNvGrpSpPr/>
          <p:nvPr/>
        </p:nvGrpSpPr>
        <p:grpSpPr>
          <a:xfrm>
            <a:off x="-2449048" y="-2354000"/>
            <a:ext cx="13838148" cy="10556065"/>
            <a:chOff x="-2449048" y="-2354000"/>
            <a:chExt cx="13838148" cy="10556065"/>
          </a:xfrm>
        </p:grpSpPr>
        <p:sp>
          <p:nvSpPr>
            <p:cNvPr id="460" name="Google Shape;460;p50"/>
            <p:cNvSpPr/>
            <p:nvPr/>
          </p:nvSpPr>
          <p:spPr>
            <a:xfrm>
              <a:off x="3801950" y="-2354000"/>
              <a:ext cx="3058800" cy="305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10320000" dist="9525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0"/>
            <p:cNvSpPr/>
            <p:nvPr/>
          </p:nvSpPr>
          <p:spPr>
            <a:xfrm>
              <a:off x="8330300" y="2781350"/>
              <a:ext cx="3058800" cy="305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10320000" dist="9525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2" name="Google Shape;462;p50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2699997">
              <a:off x="6410540" y="3926846"/>
              <a:ext cx="4536370" cy="312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p50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-2699997">
              <a:off x="-2006860" y="-1208492"/>
              <a:ext cx="4536370" cy="312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051224">
              <a:off x="8181543" y="458729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50"/>
          <p:cNvSpPr txBox="1"/>
          <p:nvPr>
            <p:ph hasCustomPrompt="1" type="title"/>
          </p:nvPr>
        </p:nvSpPr>
        <p:spPr>
          <a:xfrm>
            <a:off x="720000" y="901525"/>
            <a:ext cx="3852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6" name="Google Shape;466;p50"/>
          <p:cNvSpPr txBox="1"/>
          <p:nvPr>
            <p:ph idx="1" type="subTitle"/>
          </p:nvPr>
        </p:nvSpPr>
        <p:spPr>
          <a:xfrm>
            <a:off x="720000" y="1607552"/>
            <a:ext cx="38520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50"/>
          <p:cNvSpPr txBox="1"/>
          <p:nvPr>
            <p:ph hasCustomPrompt="1" idx="2" type="title"/>
          </p:nvPr>
        </p:nvSpPr>
        <p:spPr>
          <a:xfrm>
            <a:off x="720000" y="2075311"/>
            <a:ext cx="3852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8" name="Google Shape;468;p50"/>
          <p:cNvSpPr txBox="1"/>
          <p:nvPr>
            <p:ph idx="3" type="subTitle"/>
          </p:nvPr>
        </p:nvSpPr>
        <p:spPr>
          <a:xfrm>
            <a:off x="720000" y="2781338"/>
            <a:ext cx="38520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50"/>
          <p:cNvSpPr txBox="1"/>
          <p:nvPr>
            <p:ph hasCustomPrompt="1" idx="4" type="title"/>
          </p:nvPr>
        </p:nvSpPr>
        <p:spPr>
          <a:xfrm>
            <a:off x="720000" y="3249096"/>
            <a:ext cx="3852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70" name="Google Shape;470;p50"/>
          <p:cNvSpPr txBox="1"/>
          <p:nvPr>
            <p:ph idx="5" type="subTitle"/>
          </p:nvPr>
        </p:nvSpPr>
        <p:spPr>
          <a:xfrm>
            <a:off x="720000" y="3955124"/>
            <a:ext cx="38520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51"/>
          <p:cNvGrpSpPr/>
          <p:nvPr/>
        </p:nvGrpSpPr>
        <p:grpSpPr>
          <a:xfrm>
            <a:off x="-2425150" y="-1023875"/>
            <a:ext cx="13825430" cy="7993425"/>
            <a:chOff x="-2425150" y="-1023875"/>
            <a:chExt cx="13825430" cy="7993425"/>
          </a:xfrm>
        </p:grpSpPr>
        <p:sp>
          <p:nvSpPr>
            <p:cNvPr id="473" name="Google Shape;473;p51"/>
            <p:cNvSpPr/>
            <p:nvPr/>
          </p:nvSpPr>
          <p:spPr>
            <a:xfrm>
              <a:off x="-2425150" y="-1023875"/>
              <a:ext cx="3734700" cy="373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10320000" dist="9525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8040225" y="3583400"/>
              <a:ext cx="3058800" cy="305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rotWithShape="0" algn="bl" dir="10320000" dist="9525">
                <a:schemeClr val="accent1">
                  <a:alpha val="4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5" name="Google Shape;475;p51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5255970">
              <a:off x="7585331" y="887914"/>
              <a:ext cx="4407293" cy="3040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51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5919143">
              <a:off x="-2423341" y="2718234"/>
              <a:ext cx="4407289" cy="3040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051224">
              <a:off x="8267343" y="198405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51"/>
            <p:cNvSpPr/>
            <p:nvPr/>
          </p:nvSpPr>
          <p:spPr>
            <a:xfrm>
              <a:off x="3356050" y="4595050"/>
              <a:ext cx="2374500" cy="23745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rotWithShape="0" algn="bl" dir="5400000" dist="19050">
                <a:schemeClr val="accent1">
                  <a:alpha val="36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" name="Google Shape;479;p51"/>
          <p:cNvSpPr txBox="1"/>
          <p:nvPr>
            <p:ph hasCustomPrompt="1" type="title"/>
          </p:nvPr>
        </p:nvSpPr>
        <p:spPr>
          <a:xfrm>
            <a:off x="1224050" y="3517711"/>
            <a:ext cx="1983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80" name="Google Shape;480;p51"/>
          <p:cNvSpPr txBox="1"/>
          <p:nvPr>
            <p:ph idx="1" type="subTitle"/>
          </p:nvPr>
        </p:nvSpPr>
        <p:spPr>
          <a:xfrm>
            <a:off x="1224050" y="4157073"/>
            <a:ext cx="1983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51"/>
          <p:cNvSpPr txBox="1"/>
          <p:nvPr>
            <p:ph hasCustomPrompt="1" idx="2" type="title"/>
          </p:nvPr>
        </p:nvSpPr>
        <p:spPr>
          <a:xfrm>
            <a:off x="3580200" y="2432175"/>
            <a:ext cx="1983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82" name="Google Shape;482;p51"/>
          <p:cNvSpPr txBox="1"/>
          <p:nvPr>
            <p:ph idx="3" type="subTitle"/>
          </p:nvPr>
        </p:nvSpPr>
        <p:spPr>
          <a:xfrm>
            <a:off x="3580200" y="3138201"/>
            <a:ext cx="1983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1"/>
          <p:cNvSpPr txBox="1"/>
          <p:nvPr>
            <p:ph hasCustomPrompt="1" idx="4" type="title"/>
          </p:nvPr>
        </p:nvSpPr>
        <p:spPr>
          <a:xfrm>
            <a:off x="5878938" y="3517711"/>
            <a:ext cx="1983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84" name="Google Shape;484;p51"/>
          <p:cNvSpPr txBox="1"/>
          <p:nvPr>
            <p:ph idx="5" type="subTitle"/>
          </p:nvPr>
        </p:nvSpPr>
        <p:spPr>
          <a:xfrm>
            <a:off x="5878938" y="4157073"/>
            <a:ext cx="1983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51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LANK_1_1_1_1_1_1_4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 txBox="1"/>
          <p:nvPr>
            <p:ph hasCustomPrompt="1" type="title"/>
          </p:nvPr>
        </p:nvSpPr>
        <p:spPr>
          <a:xfrm>
            <a:off x="720000" y="1256575"/>
            <a:ext cx="2547000" cy="53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88" name="Google Shape;488;p52"/>
          <p:cNvSpPr txBox="1"/>
          <p:nvPr>
            <p:ph idx="1" type="subTitle"/>
          </p:nvPr>
        </p:nvSpPr>
        <p:spPr>
          <a:xfrm>
            <a:off x="933900" y="1847508"/>
            <a:ext cx="21192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52"/>
          <p:cNvSpPr txBox="1"/>
          <p:nvPr>
            <p:ph hasCustomPrompt="1" idx="2" type="title"/>
          </p:nvPr>
        </p:nvSpPr>
        <p:spPr>
          <a:xfrm>
            <a:off x="3298500" y="1256575"/>
            <a:ext cx="2547000" cy="53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0" name="Google Shape;490;p52"/>
          <p:cNvSpPr txBox="1"/>
          <p:nvPr>
            <p:ph idx="3" type="subTitle"/>
          </p:nvPr>
        </p:nvSpPr>
        <p:spPr>
          <a:xfrm>
            <a:off x="3512400" y="1847533"/>
            <a:ext cx="21192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52"/>
          <p:cNvSpPr txBox="1"/>
          <p:nvPr>
            <p:ph hasCustomPrompt="1" idx="4" type="title"/>
          </p:nvPr>
        </p:nvSpPr>
        <p:spPr>
          <a:xfrm>
            <a:off x="5883775" y="1256575"/>
            <a:ext cx="2547000" cy="53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2" name="Google Shape;492;p52"/>
          <p:cNvSpPr txBox="1"/>
          <p:nvPr>
            <p:ph idx="5" type="subTitle"/>
          </p:nvPr>
        </p:nvSpPr>
        <p:spPr>
          <a:xfrm>
            <a:off x="6097675" y="1847508"/>
            <a:ext cx="21192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5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53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099992">
            <a:off x="-1888368" y="3524285"/>
            <a:ext cx="4407289" cy="304067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3"/>
          <p:cNvSpPr txBox="1"/>
          <p:nvPr>
            <p:ph type="ctrTitle"/>
          </p:nvPr>
        </p:nvSpPr>
        <p:spPr>
          <a:xfrm>
            <a:off x="720000" y="540000"/>
            <a:ext cx="4284000" cy="8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7" name="Google Shape;497;p53"/>
          <p:cNvSpPr txBox="1"/>
          <p:nvPr>
            <p:ph idx="1" type="subTitle"/>
          </p:nvPr>
        </p:nvSpPr>
        <p:spPr>
          <a:xfrm>
            <a:off x="720000" y="1486900"/>
            <a:ext cx="4293900" cy="10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8" name="Google Shape;498;p53"/>
          <p:cNvSpPr txBox="1"/>
          <p:nvPr/>
        </p:nvSpPr>
        <p:spPr>
          <a:xfrm>
            <a:off x="720000" y="3632500"/>
            <a:ext cx="38520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  <a:endParaRPr b="1" sz="1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grpSp>
        <p:nvGrpSpPr>
          <p:cNvPr id="499" name="Google Shape;499;p53"/>
          <p:cNvGrpSpPr/>
          <p:nvPr/>
        </p:nvGrpSpPr>
        <p:grpSpPr>
          <a:xfrm>
            <a:off x="320361" y="754158"/>
            <a:ext cx="43276" cy="411646"/>
            <a:chOff x="1256711" y="1178908"/>
            <a:chExt cx="43276" cy="411646"/>
          </a:xfrm>
        </p:grpSpPr>
        <p:grpSp>
          <p:nvGrpSpPr>
            <p:cNvPr id="500" name="Google Shape;500;p5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501" name="Google Shape;501;p5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5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5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4" name="Google Shape;504;p5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505" name="Google Shape;505;p5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5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5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54"/>
          <p:cNvGrpSpPr/>
          <p:nvPr/>
        </p:nvGrpSpPr>
        <p:grpSpPr>
          <a:xfrm>
            <a:off x="-1648646" y="-1233751"/>
            <a:ext cx="12569250" cy="7898248"/>
            <a:chOff x="-1648646" y="-1233751"/>
            <a:chExt cx="12569250" cy="7898248"/>
          </a:xfrm>
        </p:grpSpPr>
        <p:pic>
          <p:nvPicPr>
            <p:cNvPr id="510" name="Google Shape;510;p5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8830939">
              <a:off x="-928451" y="3942039"/>
              <a:ext cx="3005450" cy="207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1" name="Google Shape;511;p5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56">
              <a:off x="7666315" y="-424490"/>
              <a:ext cx="3124503" cy="2155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5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rot="-3692448">
              <a:off x="-1507930" y="-292453"/>
              <a:ext cx="3387391" cy="23370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54"/>
            <p:cNvPicPr preferRelativeResize="0"/>
            <p:nvPr/>
          </p:nvPicPr>
          <p:blipFill rotWithShape="1">
            <a:blip r:embed="rId2">
              <a:alphaModFix/>
            </a:blip>
            <a:srcRect b="19769" l="7341" r="4538" t="0"/>
            <a:stretch/>
          </p:blipFill>
          <p:spPr>
            <a:xfrm flipH="1" rot="8100021">
              <a:off x="7267750" y="3694063"/>
              <a:ext cx="3005446" cy="207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900052">
              <a:off x="7263844" y="271354"/>
              <a:ext cx="709013" cy="5372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5"/>
          <p:cNvSpPr/>
          <p:nvPr/>
        </p:nvSpPr>
        <p:spPr>
          <a:xfrm>
            <a:off x="1181400" y="4001050"/>
            <a:ext cx="3029400" cy="30294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7" name="Google Shape;517;p55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9000006">
            <a:off x="6631531" y="3074710"/>
            <a:ext cx="4407288" cy="304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5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10078522">
            <a:off x="2368356" y="-2528990"/>
            <a:ext cx="4407288" cy="304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5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099992">
            <a:off x="-1888368" y="3524285"/>
            <a:ext cx="4407289" cy="304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/>
          <p:nvPr/>
        </p:nvSpPr>
        <p:spPr>
          <a:xfrm>
            <a:off x="6982463" y="3599050"/>
            <a:ext cx="3058800" cy="30588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56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9134656">
            <a:off x="6293780" y="3644943"/>
            <a:ext cx="4436165" cy="306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6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2359540">
            <a:off x="-1115599" y="-633789"/>
            <a:ext cx="3498423" cy="241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6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8382963">
            <a:off x="7473048" y="-1903224"/>
            <a:ext cx="3498429" cy="241361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6"/>
          <p:cNvSpPr/>
          <p:nvPr/>
        </p:nvSpPr>
        <p:spPr>
          <a:xfrm>
            <a:off x="-1677013" y="3486525"/>
            <a:ext cx="3352800" cy="33528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10320000" dist="9525">
              <a:schemeClr val="accent1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rbitron Black"/>
              <a:buNone/>
              <a:defRPr sz="23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●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○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■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●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○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■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●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○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"/>
              <a:buChar char="■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28" name="Google Shape;528;p5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5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7.jpg"/><Relationship Id="rId3" Type="http://schemas.openxmlformats.org/officeDocument/2006/relationships/image" Target="../media/image41.png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9.jp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7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8.jpg"/><Relationship Id="rId6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44.jpg"/><Relationship Id="rId3" Type="http://schemas.openxmlformats.org/officeDocument/2006/relationships/image" Target="../media/image2.png"/><Relationship Id="rId4" Type="http://schemas.openxmlformats.org/officeDocument/2006/relationships/image" Target="../media/image48.jpg"/><Relationship Id="rId5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49.jpg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40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7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0.png"/><Relationship Id="rId6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40.jpg"/><Relationship Id="rId3" Type="http://schemas.openxmlformats.org/officeDocument/2006/relationships/image" Target="../media/image49.jpg"/><Relationship Id="rId4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7.jpg"/><Relationship Id="rId3" Type="http://schemas.openxmlformats.org/officeDocument/2006/relationships/image" Target="../media/image49.jpg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109.xml"/></Relationships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/>
      <p:sp>
        <p:nvSpPr>
          <p:cNvPr id="534" name="Google Shape;534;p59"/>
          <p:cNvSpPr/>
          <p:nvPr/>
        </p:nvSpPr>
        <p:spPr>
          <a:xfrm>
            <a:off x="1957250" y="1910500"/>
            <a:ext cx="5073623" cy="440851"/>
          </a:xfrm>
          <a:prstGeom prst="rect">
            <a:avLst/>
          </a:prstGeom>
        </p:spPr>
        <p:txBody>
          <a:bodyPr wrap="square"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AGENTIC APP</a:t>
            </a:r>
          </a:p>
        </p:txBody>
      </p:sp>
      <p:sp>
        <p:nvSpPr>
          <p:cNvPr id="535" name="Google Shape;535;p59"/>
          <p:cNvSpPr/>
          <p:nvPr/>
        </p:nvSpPr>
        <p:spPr>
          <a:xfrm>
            <a:off x="2034250" y="2566925"/>
            <a:ext cx="4913029" cy="440899"/>
          </a:xfrm>
          <a:prstGeom prst="rect">
            <a:avLst/>
          </a:prstGeom>
        </p:spPr>
        <p:txBody>
          <a:bodyPr wrap="square"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WORKSHOP</a:t>
            </a:r>
          </a:p>
        </p:txBody>
      </p:sp>
      <p:sp>
        <p:nvSpPr>
          <p:cNvPr id="536" name="Google Shape;536;p59"/>
          <p:cNvSpPr txBox="1"/>
          <p:nvPr>
            <p:ph type="ctrTitle"/>
          </p:nvPr>
        </p:nvSpPr>
        <p:spPr>
          <a:xfrm>
            <a:off x="1642250" y="1870875"/>
            <a:ext cx="5804400" cy="12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APP WORKSHOP</a:t>
            </a:r>
            <a:endParaRPr/>
          </a:p>
        </p:txBody>
      </p:sp>
      <p:sp>
        <p:nvSpPr>
          <p:cNvPr id="537" name="Google Shape;537;p59"/>
          <p:cNvSpPr txBox="1"/>
          <p:nvPr>
            <p:ph idx="1" type="subTitle"/>
          </p:nvPr>
        </p:nvSpPr>
        <p:spPr>
          <a:xfrm>
            <a:off x="2392500" y="3238050"/>
            <a:ext cx="4359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USACS Tech Committee  ·  Workshop 1</a:t>
            </a:r>
            <a:endParaRPr/>
          </a:p>
        </p:txBody>
      </p:sp>
      <p:grpSp>
        <p:nvGrpSpPr>
          <p:cNvPr id="538" name="Google Shape;538;p59"/>
          <p:cNvGrpSpPr/>
          <p:nvPr/>
        </p:nvGrpSpPr>
        <p:grpSpPr>
          <a:xfrm>
            <a:off x="1213874" y="751483"/>
            <a:ext cx="43276" cy="411646"/>
            <a:chOff x="1256711" y="1178908"/>
            <a:chExt cx="43276" cy="411646"/>
          </a:xfrm>
        </p:grpSpPr>
        <p:grpSp>
          <p:nvGrpSpPr>
            <p:cNvPr id="539" name="Google Shape;539;p59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540" name="Google Shape;540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3" name="Google Shape;543;p59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544" name="Google Shape;544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7" name="Google Shape;547;p59"/>
          <p:cNvGrpSpPr/>
          <p:nvPr/>
        </p:nvGrpSpPr>
        <p:grpSpPr>
          <a:xfrm>
            <a:off x="6947274" y="3898783"/>
            <a:ext cx="43276" cy="411646"/>
            <a:chOff x="1256711" y="1178908"/>
            <a:chExt cx="43276" cy="411646"/>
          </a:xfrm>
        </p:grpSpPr>
        <p:grpSp>
          <p:nvGrpSpPr>
            <p:cNvPr id="548" name="Google Shape;548;p59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549" name="Google Shape;549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2" name="Google Shape;552;p59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553" name="Google Shape;553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56" name="Google Shape;556;p59"/>
          <p:cNvSpPr/>
          <p:nvPr/>
        </p:nvSpPr>
        <p:spPr>
          <a:xfrm>
            <a:off x="2509175" y="-3861800"/>
            <a:ext cx="4830000" cy="4830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9"/>
          <p:cNvSpPr/>
          <p:nvPr/>
        </p:nvSpPr>
        <p:spPr>
          <a:xfrm>
            <a:off x="7446650" y="3964738"/>
            <a:ext cx="1260600" cy="12606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rgbClr val="4877FF">
                <a:alpha val="7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9"/>
          <p:cNvSpPr/>
          <p:nvPr/>
        </p:nvSpPr>
        <p:spPr>
          <a:xfrm>
            <a:off x="-1777700" y="1816800"/>
            <a:ext cx="3524100" cy="35241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9"/>
          <p:cNvSpPr/>
          <p:nvPr/>
        </p:nvSpPr>
        <p:spPr>
          <a:xfrm>
            <a:off x="7111775" y="-1569850"/>
            <a:ext cx="3524100" cy="35241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59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-9134663">
            <a:off x="-1755148" y="3031026"/>
            <a:ext cx="5981304" cy="41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9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2359540">
            <a:off x="6573591" y="-1878314"/>
            <a:ext cx="3498423" cy="241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9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8099997">
            <a:off x="906367" y="-2284251"/>
            <a:ext cx="4111489" cy="283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9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7200074">
            <a:off x="6735534" y="2930973"/>
            <a:ext cx="4276576" cy="295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51224">
            <a:off x="7536343" y="152779"/>
            <a:ext cx="709013" cy="53729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9"/>
          <p:cNvSpPr/>
          <p:nvPr/>
        </p:nvSpPr>
        <p:spPr>
          <a:xfrm>
            <a:off x="-680625" y="-262950"/>
            <a:ext cx="1633500" cy="1633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83" name="Google Shape;583;p61"/>
          <p:cNvPicPr preferRelativeResize="0"/>
          <p:nvPr/>
        </p:nvPicPr>
        <p:blipFill rotWithShape="1">
          <a:blip r:embed="rId3">
            <a:alphaModFix/>
          </a:blip>
          <a:srcRect b="0" l="0" r="11512" t="0"/>
          <a:stretch/>
        </p:blipFill>
        <p:spPr>
          <a:xfrm>
            <a:off x="-212250" y="-84850"/>
            <a:ext cx="4645202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1"/>
          <p:cNvSpPr/>
          <p:nvPr/>
        </p:nvSpPr>
        <p:spPr>
          <a:xfrm>
            <a:off x="5334527" y="2028325"/>
            <a:ext cx="2961005" cy="550876"/>
          </a:xfrm>
          <a:prstGeom prst="rect">
            <a:avLst/>
          </a:prstGeom>
        </p:spPr>
        <p:txBody>
          <a:bodyPr wrap="square"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BUILD</a:t>
            </a:r>
          </a:p>
        </p:txBody>
      </p:sp>
      <p:sp>
        <p:nvSpPr>
          <p:cNvPr id="585" name="Google Shape;585;p61"/>
          <p:cNvSpPr txBox="1"/>
          <p:nvPr>
            <p:ph type="title"/>
          </p:nvPr>
        </p:nvSpPr>
        <p:spPr>
          <a:xfrm>
            <a:off x="4804200" y="1714163"/>
            <a:ext cx="3619800" cy="11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BUILD</a:t>
            </a:r>
            <a:endParaRPr/>
          </a:p>
        </p:txBody>
      </p:sp>
      <p:sp>
        <p:nvSpPr>
          <p:cNvPr id="586" name="Google Shape;586;p61"/>
          <p:cNvSpPr txBox="1"/>
          <p:nvPr>
            <p:ph idx="1" type="subTitle"/>
          </p:nvPr>
        </p:nvSpPr>
        <p:spPr>
          <a:xfrm>
            <a:off x="4804125" y="2775125"/>
            <a:ext cx="3619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add tools to a real app.</a:t>
            </a:r>
            <a:r>
              <a:rPr lang="en"/>
              <a:t/>
            </a:r>
            <a:r>
              <a:rPr lang="en"/>
              <a:t/>
            </a:r>
            <a:endParaRPr/>
          </a:p>
          <a:p>
            <a:r>
              <a:t>You watch the agent call your code.</a:t>
            </a:r>
          </a:p>
          <a:p>
            <a:r>
              <a:t>You do not sit through a lecture.</a:t>
            </a:r>
          </a:p>
        </p:txBody>
      </p:sp>
      <p:sp>
        <p:nvSpPr>
          <p:cNvPr id="587" name="Google Shape;587;p61"/>
          <p:cNvSpPr/>
          <p:nvPr/>
        </p:nvSpPr>
        <p:spPr>
          <a:xfrm>
            <a:off x="271492" y="222512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1">
            <a:hlinkClick action="ppaction://hlinksldjump" r:id="rId4"/>
          </p:cNvPr>
          <p:cNvSpPr/>
          <p:nvPr/>
        </p:nvSpPr>
        <p:spPr>
          <a:xfrm>
            <a:off x="271492" y="247502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61"/>
          <p:cNvSpPr/>
          <p:nvPr/>
        </p:nvSpPr>
        <p:spPr>
          <a:xfrm>
            <a:off x="271492" y="272493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90" name="Google Shape;590;p61">
            <a:hlinkClick action="ppaction://hlinksldjump" r:id="rId5"/>
          </p:cNvPr>
          <p:cNvSpPr/>
          <p:nvPr/>
        </p:nvSpPr>
        <p:spPr>
          <a:xfrm>
            <a:off x="312597" y="251126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1">
            <a:hlinkClick action="ppaction://hlinksldjump" r:id="rId6"/>
          </p:cNvPr>
          <p:cNvSpPr/>
          <p:nvPr/>
        </p:nvSpPr>
        <p:spPr>
          <a:xfrm>
            <a:off x="337227" y="255224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2" name="Google Shape;592;p61"/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93" name="Google Shape;593;p61"/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9" name="Google Shape;619;p63">
            <a:hlinkClick action="ppaction://hlinksldjump" r:id="rId3"/>
          </p:cNvPr>
          <p:cNvSpPr txBox="1"/>
          <p:nvPr>
            <p:ph type="title"/>
          </p:nvPr>
        </p:nvSpPr>
        <p:spPr>
          <a:xfrm>
            <a:off x="720000" y="19459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4"/>
              </a:rPr>
              <a:t>PROBLEM</a:t>
            </a:r>
            <a:endParaRPr/>
          </a:p>
        </p:txBody>
      </p:sp>
      <p:sp>
        <p:nvSpPr>
          <p:cNvPr id="620" name="Google Shape;620;p63"/>
          <p:cNvSpPr txBox="1"/>
          <p:nvPr>
            <p:ph idx="1" type="subTitle"/>
          </p:nvPr>
        </p:nvSpPr>
        <p:spPr>
          <a:xfrm>
            <a:off x="720000" y="23801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real Rutgers question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621" name="Google Shape;621;p63">
            <a:hlinkClick action="ppaction://hlinksldjump" r:id="rId5"/>
          </p:cNvPr>
          <p:cNvSpPr txBox="1"/>
          <p:nvPr>
            <p:ph idx="2" type="title"/>
          </p:nvPr>
        </p:nvSpPr>
        <p:spPr>
          <a:xfrm>
            <a:off x="720000" y="15052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6"/>
              </a:rPr>
              <a:t>01</a:t>
            </a:r>
            <a:endParaRPr/>
          </a:p>
        </p:txBody>
      </p:sp>
      <p:sp>
        <p:nvSpPr>
          <p:cNvPr id="622" name="Google Shape;622;p63">
            <a:hlinkClick action="ppaction://hlinksldjump" r:id="rId7"/>
          </p:cNvPr>
          <p:cNvSpPr txBox="1"/>
          <p:nvPr>
            <p:ph idx="3" type="title"/>
          </p:nvPr>
        </p:nvSpPr>
        <p:spPr>
          <a:xfrm>
            <a:off x="3403800" y="19459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8"/>
              </a:rPr>
              <a:t>THE LOOP</a:t>
            </a:r>
            <a:endParaRPr/>
          </a:p>
        </p:txBody>
      </p:sp>
      <p:sp>
        <p:nvSpPr>
          <p:cNvPr id="623" name="Google Shape;623;p63">
            <a:hlinkClick action="ppaction://hlinksldjump" r:id="rId9"/>
          </p:cNvPr>
          <p:cNvSpPr txBox="1"/>
          <p:nvPr>
            <p:ph idx="4" type="title"/>
          </p:nvPr>
        </p:nvSpPr>
        <p:spPr>
          <a:xfrm>
            <a:off x="3403800" y="15052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10"/>
              </a:rPr>
              <a:t>02</a:t>
            </a:r>
            <a:endParaRPr/>
          </a:p>
        </p:txBody>
      </p:sp>
      <p:sp>
        <p:nvSpPr>
          <p:cNvPr id="624" name="Google Shape;624;p63"/>
          <p:cNvSpPr txBox="1"/>
          <p:nvPr>
            <p:ph idx="5" type="subTitle"/>
          </p:nvPr>
        </p:nvSpPr>
        <p:spPr>
          <a:xfrm>
            <a:off x="3403800" y="23801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Think, act, observe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625" name="Google Shape;625;p63">
            <a:hlinkClick action="ppaction://hlinksldjump" r:id="rId11"/>
          </p:cNvPr>
          <p:cNvSpPr txBox="1"/>
          <p:nvPr>
            <p:ph idx="6" type="title"/>
          </p:nvPr>
        </p:nvSpPr>
        <p:spPr>
          <a:xfrm>
            <a:off x="6087600" y="19459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12"/>
              </a:rPr>
              <a:t>TOOLS</a:t>
            </a:r>
            <a:endParaRPr/>
          </a:p>
        </p:txBody>
      </p:sp>
      <p:sp>
        <p:nvSpPr>
          <p:cNvPr id="626" name="Google Shape;626;p63">
            <a:hlinkClick action="ppaction://hlinksldjump" r:id="rId13"/>
          </p:cNvPr>
          <p:cNvSpPr txBox="1"/>
          <p:nvPr>
            <p:ph idx="7" type="title"/>
          </p:nvPr>
        </p:nvSpPr>
        <p:spPr>
          <a:xfrm>
            <a:off x="6087600" y="15052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14"/>
              </a:rPr>
              <a:t>03</a:t>
            </a:r>
            <a:endParaRPr/>
          </a:p>
        </p:txBody>
      </p:sp>
      <p:sp>
        <p:nvSpPr>
          <p:cNvPr id="627" name="Google Shape;627;p63"/>
          <p:cNvSpPr txBox="1"/>
          <p:nvPr>
            <p:ph idx="8" type="subTitle"/>
          </p:nvPr>
        </p:nvSpPr>
        <p:spPr>
          <a:xfrm>
            <a:off x="6087600" y="23801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the model can call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628" name="Google Shape;628;p63">
            <a:hlinkClick action="ppaction://hlinksldjump" r:id="rId15"/>
          </p:cNvPr>
          <p:cNvSpPr txBox="1"/>
          <p:nvPr>
            <p:ph idx="9" type="title"/>
          </p:nvPr>
        </p:nvSpPr>
        <p:spPr>
          <a:xfrm>
            <a:off x="720000" y="36591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16"/>
              </a:rPr>
              <a:t>BUILD</a:t>
            </a:r>
            <a:endParaRPr/>
          </a:p>
        </p:txBody>
      </p:sp>
      <p:sp>
        <p:nvSpPr>
          <p:cNvPr id="629" name="Google Shape;629;p63">
            <a:hlinkClick action="ppaction://hlinksldjump" r:id="rId17"/>
          </p:cNvPr>
          <p:cNvSpPr txBox="1"/>
          <p:nvPr>
            <p:ph idx="13" type="title"/>
          </p:nvPr>
        </p:nvSpPr>
        <p:spPr>
          <a:xfrm>
            <a:off x="720000" y="3218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18"/>
              </a:rPr>
              <a:t>04</a:t>
            </a:r>
            <a:endParaRPr/>
          </a:p>
        </p:txBody>
      </p:sp>
      <p:sp>
        <p:nvSpPr>
          <p:cNvPr id="630" name="Google Shape;630;p63"/>
          <p:cNvSpPr txBox="1"/>
          <p:nvPr>
            <p:ph idx="14" type="subTitle"/>
          </p:nvPr>
        </p:nvSpPr>
        <p:spPr>
          <a:xfrm>
            <a:off x="720000" y="40933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Dining, buildings, GPA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631" name="Google Shape;631;p63">
            <a:hlinkClick action="ppaction://hlinksldjump" r:id="rId19"/>
          </p:cNvPr>
          <p:cNvSpPr txBox="1"/>
          <p:nvPr>
            <p:ph idx="15" type="title"/>
          </p:nvPr>
        </p:nvSpPr>
        <p:spPr>
          <a:xfrm>
            <a:off x="3403800" y="36591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20"/>
              </a:rPr>
              <a:t>FINAL BOSS</a:t>
            </a:r>
            <a:endParaRPr/>
          </a:p>
        </p:txBody>
      </p:sp>
      <p:sp>
        <p:nvSpPr>
          <p:cNvPr id="632" name="Google Shape;632;p63">
            <a:hlinkClick action="ppaction://hlinksldjump" r:id="rId21"/>
          </p:cNvPr>
          <p:cNvSpPr txBox="1"/>
          <p:nvPr>
            <p:ph idx="16" type="title"/>
          </p:nvPr>
        </p:nvSpPr>
        <p:spPr>
          <a:xfrm>
            <a:off x="3403800" y="3218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22"/>
              </a:rPr>
              <a:t>05</a:t>
            </a:r>
            <a:endParaRPr/>
          </a:p>
        </p:txBody>
      </p:sp>
      <p:sp>
        <p:nvSpPr>
          <p:cNvPr id="633" name="Google Shape;633;p63"/>
          <p:cNvSpPr txBox="1"/>
          <p:nvPr>
            <p:ph idx="17" type="subTitle"/>
          </p:nvPr>
        </p:nvSpPr>
        <p:spPr>
          <a:xfrm>
            <a:off x="3403800" y="40933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+ food on Busch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634" name="Google Shape;634;p63">
            <a:hlinkClick action="ppaction://hlinksldjump" r:id="rId23"/>
          </p:cNvPr>
          <p:cNvSpPr txBox="1"/>
          <p:nvPr>
            <p:ph idx="18" type="title"/>
          </p:nvPr>
        </p:nvSpPr>
        <p:spPr>
          <a:xfrm>
            <a:off x="6087600" y="365917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24"/>
              </a:rPr>
              <a:t>SHIP IT</a:t>
            </a:r>
            <a:endParaRPr/>
          </a:p>
        </p:txBody>
      </p:sp>
      <p:sp>
        <p:nvSpPr>
          <p:cNvPr id="635" name="Google Shape;635;p63">
            <a:hlinkClick action="ppaction://hlinksldjump" r:id="rId25"/>
          </p:cNvPr>
          <p:cNvSpPr txBox="1"/>
          <p:nvPr>
            <p:ph idx="19" type="title"/>
          </p:nvPr>
        </p:nvSpPr>
        <p:spPr>
          <a:xfrm>
            <a:off x="6087600" y="3218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action="ppaction://hlinksldjump" r:id="rId26"/>
              </a:rPr>
              <a:t>06</a:t>
            </a:r>
            <a:endParaRPr/>
          </a:p>
        </p:txBody>
      </p:sp>
      <p:sp>
        <p:nvSpPr>
          <p:cNvPr id="636" name="Google Shape;636;p63"/>
          <p:cNvSpPr txBox="1"/>
          <p:nvPr>
            <p:ph idx="20" type="subTitle"/>
          </p:nvPr>
        </p:nvSpPr>
        <p:spPr>
          <a:xfrm>
            <a:off x="6087600" y="40933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walk out with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637" name="Google Shape;637;p6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grpSp>
        <p:nvGrpSpPr>
          <p:cNvPr id="638" name="Google Shape;638;p63"/>
          <p:cNvGrpSpPr/>
          <p:nvPr/>
        </p:nvGrpSpPr>
        <p:grpSpPr>
          <a:xfrm>
            <a:off x="8605274" y="3747208"/>
            <a:ext cx="43276" cy="411646"/>
            <a:chOff x="1256711" y="1178908"/>
            <a:chExt cx="43276" cy="411646"/>
          </a:xfrm>
        </p:grpSpPr>
        <p:grpSp>
          <p:nvGrpSpPr>
            <p:cNvPr id="639" name="Google Shape;639;p6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640" name="Google Shape;640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3" name="Google Shape;643;p6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644" name="Google Shape;644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7" name="Google Shape;647;p63"/>
          <p:cNvGrpSpPr/>
          <p:nvPr/>
        </p:nvGrpSpPr>
        <p:grpSpPr>
          <a:xfrm>
            <a:off x="364449" y="1505208"/>
            <a:ext cx="43276" cy="411646"/>
            <a:chOff x="1256711" y="1178908"/>
            <a:chExt cx="43276" cy="411646"/>
          </a:xfrm>
        </p:grpSpPr>
        <p:grpSp>
          <p:nvGrpSpPr>
            <p:cNvPr id="648" name="Google Shape;648;p6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649" name="Google Shape;649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2" name="Google Shape;652;p6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653" name="Google Shape;653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6" name="Google Shape;656;p63"/>
          <p:cNvSpPr/>
          <p:nvPr/>
        </p:nvSpPr>
        <p:spPr>
          <a:xfrm>
            <a:off x="271492" y="222512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63">
            <a:hlinkClick action="ppaction://hlinksldjump" r:id="rId27"/>
          </p:cNvPr>
          <p:cNvSpPr/>
          <p:nvPr/>
        </p:nvSpPr>
        <p:spPr>
          <a:xfrm>
            <a:off x="271492" y="247502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63"/>
          <p:cNvSpPr/>
          <p:nvPr/>
        </p:nvSpPr>
        <p:spPr>
          <a:xfrm>
            <a:off x="271492" y="272493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59" name="Google Shape;659;p63">
            <a:hlinkClick action="ppaction://hlinksldjump" r:id="rId28"/>
          </p:cNvPr>
          <p:cNvSpPr/>
          <p:nvPr/>
        </p:nvSpPr>
        <p:spPr>
          <a:xfrm>
            <a:off x="312597" y="251126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63">
            <a:hlinkClick action="ppaction://hlinksldjump" r:id="rId29"/>
          </p:cNvPr>
          <p:cNvSpPr/>
          <p:nvPr/>
        </p:nvSpPr>
        <p:spPr>
          <a:xfrm>
            <a:off x="337227" y="255224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1" name="Google Shape;661;p63"/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62" name="Google Shape;662;p63"/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33" name="Google Shape;733;p67"/>
          <p:cNvPicPr preferRelativeResize="0"/>
          <p:nvPr/>
        </p:nvPicPr>
        <p:blipFill rotWithShape="1">
          <a:blip r:embed="rId2">
            <a:alphaModFix/>
          </a:blip>
          <a:srcRect b="17313" l="18426" r="28566" t="17031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/>
          <p:cNvSpPr txBox="1"/>
          <p:nvPr>
            <p:ph type="title"/>
          </p:nvPr>
        </p:nvSpPr>
        <p:spPr>
          <a:xfrm>
            <a:off x="720000" y="1320850"/>
            <a:ext cx="37116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735" name="Google Shape;735;p67"/>
          <p:cNvSpPr txBox="1"/>
          <p:nvPr>
            <p:ph idx="1" type="subTitle"/>
          </p:nvPr>
        </p:nvSpPr>
        <p:spPr>
          <a:xfrm>
            <a:off x="720000" y="27245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something they actually want answered.</a:t>
            </a:r>
            <a:endParaRPr/>
          </a:p>
        </p:txBody>
      </p:sp>
      <p:sp>
        <p:nvSpPr>
          <p:cNvPr id="736" name="Google Shape;736;p67"/>
          <p:cNvSpPr txBox="1"/>
          <p:nvPr>
            <p:ph idx="2" type="title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37" name="Google Shape;737;p67"/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67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67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2" name="Google Shape;742;p67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67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67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46" name="Google Shape;746;p67"/>
          <p:cNvSpPr/>
          <p:nvPr/>
        </p:nvSpPr>
        <p:spPr>
          <a:xfrm>
            <a:off x="271492" y="222512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67">
            <a:hlinkClick action="ppaction://hlinksldjump" r:id="rId4"/>
          </p:cNvPr>
          <p:cNvSpPr/>
          <p:nvPr/>
        </p:nvSpPr>
        <p:spPr>
          <a:xfrm>
            <a:off x="271492" y="247502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7"/>
          <p:cNvSpPr/>
          <p:nvPr/>
        </p:nvSpPr>
        <p:spPr>
          <a:xfrm>
            <a:off x="271492" y="272493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action="ppaction://hlinksldjump" r:id="rId5"/>
          </p:cNvPr>
          <p:cNvSpPr/>
          <p:nvPr/>
        </p:nvSpPr>
        <p:spPr>
          <a:xfrm>
            <a:off x="312597" y="251126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7">
            <a:hlinkClick action="ppaction://hlinksldjump" r:id="rId6"/>
          </p:cNvPr>
          <p:cNvSpPr/>
          <p:nvPr/>
        </p:nvSpPr>
        <p:spPr>
          <a:xfrm>
            <a:off x="337227" y="255224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1" name="Google Shape;751;p67"/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52" name="Google Shape;752;p67"/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pic>
        <p:nvPicPr>
          <p:cNvPr id="753" name="Google Shape;753;p67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59" name="Google Shape;759;p68"/>
          <p:cNvPicPr preferRelativeResize="0"/>
          <p:nvPr/>
        </p:nvPicPr>
        <p:blipFill rotWithShape="1">
          <a:blip r:embed="rId3">
            <a:alphaModFix/>
          </a:blip>
          <a:srcRect b="22583" l="11647" r="33256" t="22324"/>
          <a:stretch/>
        </p:blipFill>
        <p:spPr>
          <a:xfrm>
            <a:off x="4994550" y="1053925"/>
            <a:ext cx="3613500" cy="3613500"/>
          </a:xfrm>
          <a:prstGeom prst="ellipse">
            <a:avLst/>
          </a:prstGeom>
          <a:noFill/>
          <a:ln>
            <a:noFill/>
          </a:ln>
          <a:effectLst>
            <a:outerShdw blurRad="128588" rotWithShape="0" algn="bl" dir="11040000" dist="28575">
              <a:schemeClr val="accent1">
                <a:alpha val="23000"/>
              </a:schemeClr>
            </a:outerShdw>
          </a:effectLst>
        </p:spPr>
      </p:pic>
      <p:sp>
        <p:nvSpPr>
          <p:cNvPr id="760" name="Google Shape;760;p68"/>
          <p:cNvSpPr txBox="1"/>
          <p:nvPr>
            <p:ph type="title"/>
          </p:nvPr>
        </p:nvSpPr>
        <p:spPr>
          <a:xfrm>
            <a:off x="720000" y="475600"/>
            <a:ext cx="42009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REAL RUTGERS QUESTION</a:t>
            </a:r>
            <a:endParaRPr/>
          </a:p>
        </p:txBody>
      </p:sp>
      <p:sp>
        <p:nvSpPr>
          <p:cNvPr id="761" name="Google Shape;761;p68"/>
          <p:cNvSpPr txBox="1"/>
          <p:nvPr>
            <p:ph idx="1" type="body"/>
          </p:nvPr>
        </p:nvSpPr>
        <p:spPr>
          <a:xfrm>
            <a:off x="720000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CS112 tomorrow. Food on Busch after.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Find the course. GPA for A, B+, and B. Dining nearby.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Raise a hand. Could a normal chatbot actually do this?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Yes: it can sound confident.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No: it cannot look anything up unless you give it tools.</a:t>
            </a:r>
            <a:endParaRPr/>
          </a:p>
        </p:txBody>
      </p:sp>
      <p:sp>
        <p:nvSpPr>
          <p:cNvPr id="762" name="Google Shape;762;p68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8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764" name="Google Shape;764;p68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65" name="Google Shape;765;p68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68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7" name="Google Shape;767;p68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68" name="Google Shape;768;p68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9" name="Google Shape;769;p68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58" name="Google Shape;958;p75"/>
          <p:cNvPicPr preferRelativeResize="0"/>
          <p:nvPr/>
        </p:nvPicPr>
        <p:blipFill rotWithShape="1">
          <a:blip r:embed="rId3">
            <a:alphaModFix/>
          </a:blip>
          <a:srcRect b="18752" l="13669" r="30012" t="16586"/>
          <a:stretch/>
        </p:blipFill>
        <p:spPr>
          <a:xfrm>
            <a:off x="4572000" y="-80800"/>
            <a:ext cx="4572001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5"/>
          <p:cNvSpPr txBox="1"/>
          <p:nvPr>
            <p:ph type="title"/>
          </p:nvPr>
        </p:nvSpPr>
        <p:spPr>
          <a:xfrm>
            <a:off x="720000" y="937425"/>
            <a:ext cx="29076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 AGENT, NOT A CHATBOT</a:t>
            </a:r>
            <a:endParaRPr/>
          </a:p>
        </p:txBody>
      </p:sp>
      <p:sp>
        <p:nvSpPr>
          <p:cNvPr id="960" name="Google Shape;960;p75"/>
          <p:cNvSpPr txBox="1"/>
          <p:nvPr>
            <p:ph idx="1" type="subTitle"/>
          </p:nvPr>
        </p:nvSpPr>
        <p:spPr>
          <a:xfrm>
            <a:off x="720000" y="2571525"/>
            <a:ext cx="29076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chatbot predicts words. An agent has a goal, calls your code, and keeps going.</a:t>
            </a:r>
            <a:endParaRPr/>
          </a:p>
        </p:txBody>
      </p:sp>
      <p:grpSp>
        <p:nvGrpSpPr>
          <p:cNvPr id="961" name="Google Shape;961;p75"/>
          <p:cNvGrpSpPr/>
          <p:nvPr/>
        </p:nvGrpSpPr>
        <p:grpSpPr>
          <a:xfrm>
            <a:off x="846349" y="334183"/>
            <a:ext cx="43276" cy="411646"/>
            <a:chOff x="1256711" y="1178908"/>
            <a:chExt cx="43276" cy="411646"/>
          </a:xfrm>
        </p:grpSpPr>
        <p:grpSp>
          <p:nvGrpSpPr>
            <p:cNvPr id="962" name="Google Shape;962;p75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963" name="Google Shape;963;p7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7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7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75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967" name="Google Shape;967;p7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7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7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70" name="Google Shape;970;p75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5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972" name="Google Shape;972;p75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3" name="Google Shape;973;p75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5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5" name="Google Shape;975;p75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76" name="Google Shape;976;p75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75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Google Shape;1030;p79"/>
          <p:cNvSpPr/>
          <p:nvPr/>
        </p:nvSpPr>
        <p:spPr>
          <a:xfrm>
            <a:off x="3129340" y="2712763"/>
            <a:ext cx="2692703" cy="444668"/>
          </a:xfrm>
          <a:prstGeom prst="rect">
            <a:avLst/>
          </a:prstGeom>
        </p:spPr>
        <p:txBody>
          <a:bodyPr wrap="square"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ACT</a:t>
            </a:r>
          </a:p>
        </p:txBody>
      </p:sp>
      <p:sp>
        <p:nvSpPr>
          <p:cNvPr id="1031" name="Google Shape;1031;p79"/>
          <p:cNvSpPr/>
          <p:nvPr/>
        </p:nvSpPr>
        <p:spPr>
          <a:xfrm>
            <a:off x="2653261" y="1983532"/>
            <a:ext cx="3699997" cy="444668"/>
          </a:xfrm>
          <a:prstGeom prst="rect">
            <a:avLst/>
          </a:prstGeom>
        </p:spPr>
        <p:txBody>
          <a:bodyPr wrap="square"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THINK</a:t>
            </a:r>
          </a:p>
        </p:txBody>
      </p:sp>
      <p:sp>
        <p:nvSpPr>
          <p:cNvPr id="1032" name="Google Shape;1032;p79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THINK ACT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33" name="Google Shape;1033;p79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79">
            <a:hlinkClick action="ppaction://hlinksldjump" r:id="rId3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1035" name="Google Shape;1035;p79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036" name="Google Shape;1036;p79">
            <a:hlinkClick action="ppaction://hlinksldjump" r:id="rId5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79">
            <a:hlinkClick action="ppaction://hlinksldjump" r:id="rId6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8" name="Google Shape;1038;p79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39" name="Google Shape;1039;p79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0" name="Google Shape;1040;p79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79" name="Google Shape;879;p73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10421793">
            <a:off x="6810753" y="1863895"/>
            <a:ext cx="1302265" cy="898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3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5400014">
            <a:off x="802380" y="1711499"/>
            <a:ext cx="1302262" cy="898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3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6918516">
            <a:off x="3805956" y="1839008"/>
            <a:ext cx="1302260" cy="898456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3"/>
          <p:cNvSpPr/>
          <p:nvPr/>
        </p:nvSpPr>
        <p:spPr>
          <a:xfrm>
            <a:off x="1297021" y="1697075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73"/>
          <p:cNvSpPr/>
          <p:nvPr/>
        </p:nvSpPr>
        <p:spPr>
          <a:xfrm>
            <a:off x="6694802" y="1697075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73"/>
          <p:cNvSpPr/>
          <p:nvPr/>
        </p:nvSpPr>
        <p:spPr>
          <a:xfrm>
            <a:off x="3995915" y="1697075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7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ARE FUNCTIONS IT CAN CALL</a:t>
            </a:r>
            <a:r>
              <a:rPr lang="en"/>
              <a:t/>
            </a:r>
            <a:endParaRPr/>
          </a:p>
        </p:txBody>
      </p:sp>
      <p:sp>
        <p:nvSpPr>
          <p:cNvPr id="886" name="Google Shape;886;p73"/>
          <p:cNvSpPr txBox="1"/>
          <p:nvPr>
            <p:ph type="title"/>
          </p:nvPr>
        </p:nvSpPr>
        <p:spPr>
          <a:xfrm>
            <a:off x="7803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CS112</a:t>
            </a:r>
            <a:endParaRPr/>
          </a:p>
        </p:txBody>
      </p:sp>
      <p:sp>
        <p:nvSpPr>
          <p:cNvPr id="887" name="Google Shape;887;p73"/>
          <p:cNvSpPr txBox="1"/>
          <p:nvPr>
            <p:ph idx="1" type="subTitle"/>
          </p:nvPr>
        </p:nvSpPr>
        <p:spPr>
          <a:xfrm>
            <a:off x="780300" y="3637431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getCourseInfo</a:t>
            </a:r>
            <a:endParaRPr/>
          </a:p>
        </p:txBody>
      </p:sp>
      <p:sp>
        <p:nvSpPr>
          <p:cNvPr id="888" name="Google Shape;888;p73"/>
          <p:cNvSpPr txBox="1"/>
          <p:nvPr>
            <p:ph idx="2" type="title"/>
          </p:nvPr>
        </p:nvSpPr>
        <p:spPr>
          <a:xfrm>
            <a:off x="346410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BUSCH FOOD</a:t>
            </a:r>
            <a:endParaRPr/>
          </a:p>
        </p:txBody>
      </p:sp>
      <p:sp>
        <p:nvSpPr>
          <p:cNvPr id="889" name="Google Shape;889;p73"/>
          <p:cNvSpPr txBox="1"/>
          <p:nvPr>
            <p:ph idx="3" type="subTitle"/>
          </p:nvPr>
        </p:nvSpPr>
        <p:spPr>
          <a:xfrm>
            <a:off x="3464100" y="3637431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findDining</a:t>
            </a:r>
            <a:endParaRPr/>
          </a:p>
        </p:txBody>
      </p:sp>
      <p:sp>
        <p:nvSpPr>
          <p:cNvPr id="890" name="Google Shape;890;p73"/>
          <p:cNvSpPr txBox="1"/>
          <p:nvPr>
            <p:ph idx="4" type="title"/>
          </p:nvPr>
        </p:nvSpPr>
        <p:spPr>
          <a:xfrm>
            <a:off x="6178050" y="3151325"/>
            <a:ext cx="22158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GPA</a:t>
            </a:r>
            <a:endParaRPr/>
          </a:p>
        </p:txBody>
      </p:sp>
      <p:sp>
        <p:nvSpPr>
          <p:cNvPr id="891" name="Google Shape;891;p73"/>
          <p:cNvSpPr txBox="1"/>
          <p:nvPr>
            <p:ph idx="5" type="subTitle"/>
          </p:nvPr>
        </p:nvSpPr>
        <p:spPr>
          <a:xfrm>
            <a:off x="6178050" y="3637431"/>
            <a:ext cx="221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calculateGrade</a:t>
            </a:r>
            <a:endParaRPr/>
          </a:p>
        </p:txBody>
      </p:sp>
      <p:grpSp>
        <p:nvGrpSpPr>
          <p:cNvPr id="892" name="Google Shape;892;p73"/>
          <p:cNvGrpSpPr/>
          <p:nvPr/>
        </p:nvGrpSpPr>
        <p:grpSpPr>
          <a:xfrm>
            <a:off x="1540767" y="1989519"/>
            <a:ext cx="694859" cy="613523"/>
            <a:chOff x="3280775" y="2494750"/>
            <a:chExt cx="1685325" cy="1488050"/>
          </a:xfrm>
        </p:grpSpPr>
        <p:sp>
          <p:nvSpPr>
            <p:cNvPr id="893" name="Google Shape;893;p73"/>
            <p:cNvSpPr/>
            <p:nvPr/>
          </p:nvSpPr>
          <p:spPr>
            <a:xfrm>
              <a:off x="3280775" y="2494750"/>
              <a:ext cx="1685325" cy="1488050"/>
            </a:xfrm>
            <a:custGeom>
              <a:rect b="b" l="l" r="r" t="t"/>
              <a:pathLst>
                <a:path extrusionOk="0" h="59522" w="67413">
                  <a:moveTo>
                    <a:pt x="63467" y="3945"/>
                  </a:moveTo>
                  <a:lnTo>
                    <a:pt x="63467" y="39769"/>
                  </a:lnTo>
                  <a:lnTo>
                    <a:pt x="3946" y="39769"/>
                  </a:lnTo>
                  <a:lnTo>
                    <a:pt x="3946" y="3945"/>
                  </a:lnTo>
                  <a:close/>
                  <a:moveTo>
                    <a:pt x="63467" y="43714"/>
                  </a:moveTo>
                  <a:lnTo>
                    <a:pt x="63467" y="47673"/>
                  </a:lnTo>
                  <a:lnTo>
                    <a:pt x="3946" y="47673"/>
                  </a:lnTo>
                  <a:lnTo>
                    <a:pt x="3946" y="43714"/>
                  </a:lnTo>
                  <a:close/>
                  <a:moveTo>
                    <a:pt x="37658" y="51618"/>
                  </a:moveTo>
                  <a:lnTo>
                    <a:pt x="37658" y="55563"/>
                  </a:lnTo>
                  <a:lnTo>
                    <a:pt x="29755" y="55563"/>
                  </a:lnTo>
                  <a:lnTo>
                    <a:pt x="29755" y="51618"/>
                  </a:lnTo>
                  <a:close/>
                  <a:moveTo>
                    <a:pt x="1" y="1"/>
                  </a:moveTo>
                  <a:lnTo>
                    <a:pt x="1" y="51618"/>
                  </a:lnTo>
                  <a:lnTo>
                    <a:pt x="25809" y="51618"/>
                  </a:lnTo>
                  <a:lnTo>
                    <a:pt x="25809" y="55563"/>
                  </a:lnTo>
                  <a:lnTo>
                    <a:pt x="7891" y="55563"/>
                  </a:lnTo>
                  <a:lnTo>
                    <a:pt x="7891" y="59521"/>
                  </a:lnTo>
                  <a:lnTo>
                    <a:pt x="59508" y="59521"/>
                  </a:lnTo>
                  <a:lnTo>
                    <a:pt x="59508" y="55563"/>
                  </a:lnTo>
                  <a:lnTo>
                    <a:pt x="41604" y="55563"/>
                  </a:lnTo>
                  <a:lnTo>
                    <a:pt x="41604" y="51618"/>
                  </a:lnTo>
                  <a:lnTo>
                    <a:pt x="67413" y="51618"/>
                  </a:lnTo>
                  <a:lnTo>
                    <a:pt x="67413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73"/>
            <p:cNvSpPr/>
            <p:nvPr/>
          </p:nvSpPr>
          <p:spPr>
            <a:xfrm>
              <a:off x="3975150" y="2893225"/>
              <a:ext cx="296250" cy="296250"/>
            </a:xfrm>
            <a:custGeom>
              <a:rect b="b" l="l" r="r" t="t"/>
              <a:pathLst>
                <a:path extrusionOk="0" h="11850" w="11850">
                  <a:moveTo>
                    <a:pt x="5925" y="3945"/>
                  </a:moveTo>
                  <a:cubicBezTo>
                    <a:pt x="7020" y="3945"/>
                    <a:pt x="7904" y="4830"/>
                    <a:pt x="7904" y="5925"/>
                  </a:cubicBezTo>
                  <a:cubicBezTo>
                    <a:pt x="7904" y="7007"/>
                    <a:pt x="7020" y="7891"/>
                    <a:pt x="5925" y="7891"/>
                  </a:cubicBezTo>
                  <a:cubicBezTo>
                    <a:pt x="4843" y="7891"/>
                    <a:pt x="3959" y="7007"/>
                    <a:pt x="3959" y="5925"/>
                  </a:cubicBezTo>
                  <a:cubicBezTo>
                    <a:pt x="3959" y="4830"/>
                    <a:pt x="4843" y="3945"/>
                    <a:pt x="5925" y="3945"/>
                  </a:cubicBezTo>
                  <a:close/>
                  <a:moveTo>
                    <a:pt x="5925" y="1"/>
                  </a:moveTo>
                  <a:cubicBezTo>
                    <a:pt x="2666" y="1"/>
                    <a:pt x="1" y="2652"/>
                    <a:pt x="1" y="5925"/>
                  </a:cubicBezTo>
                  <a:cubicBezTo>
                    <a:pt x="1" y="9184"/>
                    <a:pt x="2666" y="11850"/>
                    <a:pt x="5925" y="11850"/>
                  </a:cubicBezTo>
                  <a:cubicBezTo>
                    <a:pt x="9197" y="11850"/>
                    <a:pt x="11850" y="9184"/>
                    <a:pt x="11850" y="5925"/>
                  </a:cubicBezTo>
                  <a:cubicBezTo>
                    <a:pt x="11850" y="2652"/>
                    <a:pt x="9197" y="1"/>
                    <a:pt x="5925" y="1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73"/>
            <p:cNvSpPr/>
            <p:nvPr/>
          </p:nvSpPr>
          <p:spPr>
            <a:xfrm>
              <a:off x="3674975" y="2695625"/>
              <a:ext cx="896925" cy="691125"/>
            </a:xfrm>
            <a:custGeom>
              <a:rect b="b" l="l" r="r" t="t"/>
              <a:pathLst>
                <a:path extrusionOk="0" h="27645" w="35877">
                  <a:moveTo>
                    <a:pt x="17932" y="3946"/>
                  </a:moveTo>
                  <a:cubicBezTo>
                    <a:pt x="21811" y="3946"/>
                    <a:pt x="25308" y="5688"/>
                    <a:pt x="28343" y="9119"/>
                  </a:cubicBezTo>
                  <a:cubicBezTo>
                    <a:pt x="29965" y="10952"/>
                    <a:pt x="31035" y="12813"/>
                    <a:pt x="31549" y="13829"/>
                  </a:cubicBezTo>
                  <a:cubicBezTo>
                    <a:pt x="30296" y="16270"/>
                    <a:pt x="25848" y="23698"/>
                    <a:pt x="17932" y="23698"/>
                  </a:cubicBezTo>
                  <a:cubicBezTo>
                    <a:pt x="14066" y="23698"/>
                    <a:pt x="10569" y="21957"/>
                    <a:pt x="7534" y="18526"/>
                  </a:cubicBezTo>
                  <a:cubicBezTo>
                    <a:pt x="5912" y="16692"/>
                    <a:pt x="4843" y="14831"/>
                    <a:pt x="4329" y="13829"/>
                  </a:cubicBezTo>
                  <a:cubicBezTo>
                    <a:pt x="5569" y="11388"/>
                    <a:pt x="10029" y="3946"/>
                    <a:pt x="17932" y="3946"/>
                  </a:cubicBezTo>
                  <a:close/>
                  <a:moveTo>
                    <a:pt x="17932" y="1"/>
                  </a:moveTo>
                  <a:cubicBezTo>
                    <a:pt x="12918" y="1"/>
                    <a:pt x="8261" y="2284"/>
                    <a:pt x="4487" y="6598"/>
                  </a:cubicBezTo>
                  <a:cubicBezTo>
                    <a:pt x="1716" y="9765"/>
                    <a:pt x="370" y="12931"/>
                    <a:pt x="317" y="13063"/>
                  </a:cubicBezTo>
                  <a:lnTo>
                    <a:pt x="1" y="13829"/>
                  </a:lnTo>
                  <a:lnTo>
                    <a:pt x="317" y="14581"/>
                  </a:lnTo>
                  <a:cubicBezTo>
                    <a:pt x="370" y="14713"/>
                    <a:pt x="1716" y="17880"/>
                    <a:pt x="4487" y="21047"/>
                  </a:cubicBezTo>
                  <a:cubicBezTo>
                    <a:pt x="8261" y="25361"/>
                    <a:pt x="12918" y="27644"/>
                    <a:pt x="17932" y="27644"/>
                  </a:cubicBezTo>
                  <a:cubicBezTo>
                    <a:pt x="22959" y="27644"/>
                    <a:pt x="27604" y="25361"/>
                    <a:pt x="31390" y="21047"/>
                  </a:cubicBezTo>
                  <a:cubicBezTo>
                    <a:pt x="34161" y="17880"/>
                    <a:pt x="35507" y="14713"/>
                    <a:pt x="35560" y="14581"/>
                  </a:cubicBezTo>
                  <a:lnTo>
                    <a:pt x="35876" y="13829"/>
                  </a:lnTo>
                  <a:lnTo>
                    <a:pt x="35560" y="13063"/>
                  </a:lnTo>
                  <a:cubicBezTo>
                    <a:pt x="35507" y="12931"/>
                    <a:pt x="34161" y="9765"/>
                    <a:pt x="31390" y="6598"/>
                  </a:cubicBezTo>
                  <a:cubicBezTo>
                    <a:pt x="27604" y="2284"/>
                    <a:pt x="22959" y="1"/>
                    <a:pt x="17932" y="1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3"/>
            <p:cNvSpPr/>
            <p:nvPr/>
          </p:nvSpPr>
          <p:spPr>
            <a:xfrm>
              <a:off x="3478025" y="3291375"/>
              <a:ext cx="99000" cy="98675"/>
            </a:xfrm>
            <a:custGeom>
              <a:rect b="b" l="l" r="r" t="t"/>
              <a:pathLst>
                <a:path extrusionOk="0" h="3947" w="3960">
                  <a:moveTo>
                    <a:pt x="1" y="0"/>
                  </a:moveTo>
                  <a:lnTo>
                    <a:pt x="1" y="3946"/>
                  </a:lnTo>
                  <a:lnTo>
                    <a:pt x="3959" y="3946"/>
                  </a:lnTo>
                  <a:lnTo>
                    <a:pt x="3959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73"/>
            <p:cNvSpPr/>
            <p:nvPr/>
          </p:nvSpPr>
          <p:spPr>
            <a:xfrm>
              <a:off x="3478025" y="3093800"/>
              <a:ext cx="99000" cy="98975"/>
            </a:xfrm>
            <a:custGeom>
              <a:rect b="b" l="l" r="r" t="t"/>
              <a:pathLst>
                <a:path extrusionOk="0" h="3959" w="3960">
                  <a:moveTo>
                    <a:pt x="1" y="0"/>
                  </a:moveTo>
                  <a:lnTo>
                    <a:pt x="1" y="3959"/>
                  </a:lnTo>
                  <a:lnTo>
                    <a:pt x="3959" y="3959"/>
                  </a:lnTo>
                  <a:lnTo>
                    <a:pt x="3959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3"/>
            <p:cNvSpPr/>
            <p:nvPr/>
          </p:nvSpPr>
          <p:spPr>
            <a:xfrm>
              <a:off x="3478025" y="2896525"/>
              <a:ext cx="99000" cy="98650"/>
            </a:xfrm>
            <a:custGeom>
              <a:rect b="b" l="l" r="r" t="t"/>
              <a:pathLst>
                <a:path extrusionOk="0" h="3946" w="3960">
                  <a:moveTo>
                    <a:pt x="1" y="1"/>
                  </a:moveTo>
                  <a:lnTo>
                    <a:pt x="1" y="3945"/>
                  </a:lnTo>
                  <a:lnTo>
                    <a:pt x="3959" y="3945"/>
                  </a:lnTo>
                  <a:lnTo>
                    <a:pt x="3959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73"/>
            <p:cNvSpPr/>
            <p:nvPr/>
          </p:nvSpPr>
          <p:spPr>
            <a:xfrm>
              <a:off x="3478025" y="2698925"/>
              <a:ext cx="99000" cy="98675"/>
            </a:xfrm>
            <a:custGeom>
              <a:rect b="b" l="l" r="r" t="t"/>
              <a:pathLst>
                <a:path extrusionOk="0" h="3947" w="3960">
                  <a:moveTo>
                    <a:pt x="1" y="1"/>
                  </a:moveTo>
                  <a:lnTo>
                    <a:pt x="1" y="3946"/>
                  </a:lnTo>
                  <a:lnTo>
                    <a:pt x="3959" y="3946"/>
                  </a:lnTo>
                  <a:lnTo>
                    <a:pt x="3959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73"/>
            <p:cNvSpPr/>
            <p:nvPr/>
          </p:nvSpPr>
          <p:spPr>
            <a:xfrm>
              <a:off x="4669850" y="3291375"/>
              <a:ext cx="98650" cy="98675"/>
            </a:xfrm>
            <a:custGeom>
              <a:rect b="b" l="l" r="r" t="t"/>
              <a:pathLst>
                <a:path extrusionOk="0" h="3947" w="3946">
                  <a:moveTo>
                    <a:pt x="1" y="0"/>
                  </a:moveTo>
                  <a:lnTo>
                    <a:pt x="1" y="3946"/>
                  </a:lnTo>
                  <a:lnTo>
                    <a:pt x="3945" y="3946"/>
                  </a:lnTo>
                  <a:lnTo>
                    <a:pt x="3945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3"/>
            <p:cNvSpPr/>
            <p:nvPr/>
          </p:nvSpPr>
          <p:spPr>
            <a:xfrm>
              <a:off x="4669850" y="3093800"/>
              <a:ext cx="98650" cy="98975"/>
            </a:xfrm>
            <a:custGeom>
              <a:rect b="b" l="l" r="r" t="t"/>
              <a:pathLst>
                <a:path extrusionOk="0" h="3959" w="3946">
                  <a:moveTo>
                    <a:pt x="1" y="0"/>
                  </a:moveTo>
                  <a:lnTo>
                    <a:pt x="1" y="3959"/>
                  </a:lnTo>
                  <a:lnTo>
                    <a:pt x="3945" y="3959"/>
                  </a:lnTo>
                  <a:lnTo>
                    <a:pt x="3945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3"/>
            <p:cNvSpPr/>
            <p:nvPr/>
          </p:nvSpPr>
          <p:spPr>
            <a:xfrm>
              <a:off x="4669850" y="2896525"/>
              <a:ext cx="98650" cy="98650"/>
            </a:xfrm>
            <a:custGeom>
              <a:rect b="b" l="l" r="r" t="t"/>
              <a:pathLst>
                <a:path extrusionOk="0" h="3946" w="3946">
                  <a:moveTo>
                    <a:pt x="1" y="1"/>
                  </a:moveTo>
                  <a:lnTo>
                    <a:pt x="1" y="3945"/>
                  </a:lnTo>
                  <a:lnTo>
                    <a:pt x="3945" y="3945"/>
                  </a:lnTo>
                  <a:lnTo>
                    <a:pt x="3945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73"/>
            <p:cNvSpPr/>
            <p:nvPr/>
          </p:nvSpPr>
          <p:spPr>
            <a:xfrm>
              <a:off x="4669850" y="2698925"/>
              <a:ext cx="98650" cy="98675"/>
            </a:xfrm>
            <a:custGeom>
              <a:rect b="b" l="l" r="r" t="t"/>
              <a:pathLst>
                <a:path extrusionOk="0" h="3947" w="3946">
                  <a:moveTo>
                    <a:pt x="1" y="1"/>
                  </a:moveTo>
                  <a:lnTo>
                    <a:pt x="1" y="3946"/>
                  </a:lnTo>
                  <a:lnTo>
                    <a:pt x="3945" y="3946"/>
                  </a:lnTo>
                  <a:lnTo>
                    <a:pt x="3945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4" name="Google Shape;904;p73"/>
          <p:cNvGrpSpPr/>
          <p:nvPr/>
        </p:nvGrpSpPr>
        <p:grpSpPr>
          <a:xfrm>
            <a:off x="4239652" y="1948857"/>
            <a:ext cx="694833" cy="694833"/>
            <a:chOff x="5154100" y="238125"/>
            <a:chExt cx="1210300" cy="1210300"/>
          </a:xfrm>
        </p:grpSpPr>
        <p:sp>
          <p:nvSpPr>
            <p:cNvPr id="905" name="Google Shape;905;p73"/>
            <p:cNvSpPr/>
            <p:nvPr/>
          </p:nvSpPr>
          <p:spPr>
            <a:xfrm>
              <a:off x="5652850" y="736875"/>
              <a:ext cx="212775" cy="212800"/>
            </a:xfrm>
            <a:custGeom>
              <a:rect b="b" l="l" r="r" t="t"/>
              <a:pathLst>
                <a:path extrusionOk="0" h="8512" w="8511">
                  <a:moveTo>
                    <a:pt x="4262" y="2838"/>
                  </a:moveTo>
                  <a:cubicBezTo>
                    <a:pt x="5041" y="2838"/>
                    <a:pt x="5675" y="3471"/>
                    <a:pt x="5675" y="4263"/>
                  </a:cubicBezTo>
                  <a:cubicBezTo>
                    <a:pt x="5675" y="5041"/>
                    <a:pt x="5041" y="5674"/>
                    <a:pt x="4262" y="5674"/>
                  </a:cubicBezTo>
                  <a:cubicBezTo>
                    <a:pt x="3484" y="5674"/>
                    <a:pt x="2837" y="5041"/>
                    <a:pt x="2837" y="4263"/>
                  </a:cubicBezTo>
                  <a:cubicBezTo>
                    <a:pt x="2837" y="3471"/>
                    <a:pt x="3484" y="2838"/>
                    <a:pt x="4262" y="2838"/>
                  </a:cubicBezTo>
                  <a:close/>
                  <a:moveTo>
                    <a:pt x="4262" y="0"/>
                  </a:moveTo>
                  <a:cubicBezTo>
                    <a:pt x="1914" y="0"/>
                    <a:pt x="1" y="1914"/>
                    <a:pt x="1" y="4263"/>
                  </a:cubicBezTo>
                  <a:cubicBezTo>
                    <a:pt x="1" y="6598"/>
                    <a:pt x="1914" y="8512"/>
                    <a:pt x="4262" y="8512"/>
                  </a:cubicBezTo>
                  <a:cubicBezTo>
                    <a:pt x="6611" y="8512"/>
                    <a:pt x="8511" y="6598"/>
                    <a:pt x="8511" y="4263"/>
                  </a:cubicBezTo>
                  <a:cubicBezTo>
                    <a:pt x="8511" y="1914"/>
                    <a:pt x="6611" y="0"/>
                    <a:pt x="4262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73"/>
            <p:cNvSpPr/>
            <p:nvPr/>
          </p:nvSpPr>
          <p:spPr>
            <a:xfrm>
              <a:off x="5154100" y="238125"/>
              <a:ext cx="1210300" cy="1210300"/>
            </a:xfrm>
            <a:custGeom>
              <a:rect b="b" l="l" r="r" t="t"/>
              <a:pathLst>
                <a:path extrusionOk="0" h="48412" w="48412">
                  <a:moveTo>
                    <a:pt x="5674" y="2837"/>
                  </a:moveTo>
                  <a:cubicBezTo>
                    <a:pt x="7244" y="2837"/>
                    <a:pt x="8511" y="4104"/>
                    <a:pt x="8511" y="5674"/>
                  </a:cubicBezTo>
                  <a:cubicBezTo>
                    <a:pt x="8511" y="7231"/>
                    <a:pt x="7244" y="8511"/>
                    <a:pt x="5674" y="8511"/>
                  </a:cubicBezTo>
                  <a:cubicBezTo>
                    <a:pt x="4117" y="8511"/>
                    <a:pt x="2837" y="7231"/>
                    <a:pt x="2837" y="5674"/>
                  </a:cubicBezTo>
                  <a:cubicBezTo>
                    <a:pt x="2837" y="4104"/>
                    <a:pt x="4117" y="2837"/>
                    <a:pt x="5674" y="2837"/>
                  </a:cubicBezTo>
                  <a:close/>
                  <a:moveTo>
                    <a:pt x="24212" y="2837"/>
                  </a:moveTo>
                  <a:cubicBezTo>
                    <a:pt x="25769" y="2837"/>
                    <a:pt x="27050" y="4104"/>
                    <a:pt x="27050" y="5674"/>
                  </a:cubicBezTo>
                  <a:cubicBezTo>
                    <a:pt x="27050" y="7231"/>
                    <a:pt x="25769" y="8511"/>
                    <a:pt x="24212" y="8511"/>
                  </a:cubicBezTo>
                  <a:cubicBezTo>
                    <a:pt x="22643" y="8511"/>
                    <a:pt x="21376" y="7231"/>
                    <a:pt x="21376" y="5674"/>
                  </a:cubicBezTo>
                  <a:cubicBezTo>
                    <a:pt x="21376" y="4104"/>
                    <a:pt x="22643" y="2837"/>
                    <a:pt x="24212" y="2837"/>
                  </a:cubicBezTo>
                  <a:close/>
                  <a:moveTo>
                    <a:pt x="42737" y="2837"/>
                  </a:moveTo>
                  <a:cubicBezTo>
                    <a:pt x="44308" y="2837"/>
                    <a:pt x="45575" y="4104"/>
                    <a:pt x="45575" y="5674"/>
                  </a:cubicBezTo>
                  <a:cubicBezTo>
                    <a:pt x="45575" y="7231"/>
                    <a:pt x="44308" y="8511"/>
                    <a:pt x="42737" y="8511"/>
                  </a:cubicBezTo>
                  <a:cubicBezTo>
                    <a:pt x="41181" y="8511"/>
                    <a:pt x="39901" y="7231"/>
                    <a:pt x="39901" y="5674"/>
                  </a:cubicBezTo>
                  <a:cubicBezTo>
                    <a:pt x="39901" y="4104"/>
                    <a:pt x="41181" y="2837"/>
                    <a:pt x="42737" y="2837"/>
                  </a:cubicBezTo>
                  <a:close/>
                  <a:moveTo>
                    <a:pt x="24212" y="17114"/>
                  </a:moveTo>
                  <a:cubicBezTo>
                    <a:pt x="26983" y="17114"/>
                    <a:pt x="29504" y="18367"/>
                    <a:pt x="31680" y="20821"/>
                  </a:cubicBezTo>
                  <a:cubicBezTo>
                    <a:pt x="32855" y="22141"/>
                    <a:pt x="33620" y="23487"/>
                    <a:pt x="33990" y="24213"/>
                  </a:cubicBezTo>
                  <a:cubicBezTo>
                    <a:pt x="33093" y="25955"/>
                    <a:pt x="29886" y="31298"/>
                    <a:pt x="24212" y="31298"/>
                  </a:cubicBezTo>
                  <a:cubicBezTo>
                    <a:pt x="21429" y="31298"/>
                    <a:pt x="18922" y="30045"/>
                    <a:pt x="16731" y="27591"/>
                  </a:cubicBezTo>
                  <a:cubicBezTo>
                    <a:pt x="15570" y="26271"/>
                    <a:pt x="14805" y="24925"/>
                    <a:pt x="14435" y="24213"/>
                  </a:cubicBezTo>
                  <a:cubicBezTo>
                    <a:pt x="15333" y="22457"/>
                    <a:pt x="18526" y="17114"/>
                    <a:pt x="24212" y="17114"/>
                  </a:cubicBezTo>
                  <a:close/>
                  <a:moveTo>
                    <a:pt x="5674" y="39901"/>
                  </a:moveTo>
                  <a:cubicBezTo>
                    <a:pt x="7244" y="39901"/>
                    <a:pt x="8511" y="41181"/>
                    <a:pt x="8511" y="42738"/>
                  </a:cubicBezTo>
                  <a:cubicBezTo>
                    <a:pt x="8511" y="44308"/>
                    <a:pt x="7244" y="45575"/>
                    <a:pt x="5674" y="45575"/>
                  </a:cubicBezTo>
                  <a:cubicBezTo>
                    <a:pt x="4117" y="45575"/>
                    <a:pt x="2837" y="44308"/>
                    <a:pt x="2837" y="42738"/>
                  </a:cubicBezTo>
                  <a:cubicBezTo>
                    <a:pt x="2837" y="41181"/>
                    <a:pt x="4117" y="39901"/>
                    <a:pt x="5674" y="39901"/>
                  </a:cubicBezTo>
                  <a:close/>
                  <a:moveTo>
                    <a:pt x="24212" y="39901"/>
                  </a:moveTo>
                  <a:cubicBezTo>
                    <a:pt x="25769" y="39901"/>
                    <a:pt x="27050" y="41181"/>
                    <a:pt x="27050" y="42738"/>
                  </a:cubicBezTo>
                  <a:cubicBezTo>
                    <a:pt x="27050" y="44308"/>
                    <a:pt x="25769" y="45575"/>
                    <a:pt x="24212" y="45575"/>
                  </a:cubicBezTo>
                  <a:cubicBezTo>
                    <a:pt x="22643" y="45575"/>
                    <a:pt x="21376" y="44308"/>
                    <a:pt x="21376" y="42738"/>
                  </a:cubicBezTo>
                  <a:cubicBezTo>
                    <a:pt x="21376" y="41181"/>
                    <a:pt x="22643" y="39901"/>
                    <a:pt x="24212" y="39901"/>
                  </a:cubicBezTo>
                  <a:close/>
                  <a:moveTo>
                    <a:pt x="42737" y="39901"/>
                  </a:moveTo>
                  <a:cubicBezTo>
                    <a:pt x="44308" y="39901"/>
                    <a:pt x="45575" y="41181"/>
                    <a:pt x="45575" y="42738"/>
                  </a:cubicBezTo>
                  <a:cubicBezTo>
                    <a:pt x="45575" y="44308"/>
                    <a:pt x="44308" y="45575"/>
                    <a:pt x="42737" y="45575"/>
                  </a:cubicBezTo>
                  <a:cubicBezTo>
                    <a:pt x="41181" y="45575"/>
                    <a:pt x="39901" y="44308"/>
                    <a:pt x="39901" y="42738"/>
                  </a:cubicBezTo>
                  <a:cubicBezTo>
                    <a:pt x="39901" y="41181"/>
                    <a:pt x="41181" y="39901"/>
                    <a:pt x="42737" y="39901"/>
                  </a:cubicBezTo>
                  <a:close/>
                  <a:moveTo>
                    <a:pt x="5674" y="0"/>
                  </a:moveTo>
                  <a:cubicBezTo>
                    <a:pt x="2547" y="0"/>
                    <a:pt x="1" y="2547"/>
                    <a:pt x="1" y="5674"/>
                  </a:cubicBezTo>
                  <a:cubicBezTo>
                    <a:pt x="1" y="8801"/>
                    <a:pt x="2547" y="11347"/>
                    <a:pt x="5674" y="11347"/>
                  </a:cubicBezTo>
                  <a:cubicBezTo>
                    <a:pt x="8313" y="11347"/>
                    <a:pt x="10543" y="9540"/>
                    <a:pt x="11163" y="7086"/>
                  </a:cubicBezTo>
                  <a:lnTo>
                    <a:pt x="18711" y="7086"/>
                  </a:lnTo>
                  <a:cubicBezTo>
                    <a:pt x="19225" y="9078"/>
                    <a:pt x="20795" y="10649"/>
                    <a:pt x="22787" y="11163"/>
                  </a:cubicBezTo>
                  <a:lnTo>
                    <a:pt x="22787" y="14370"/>
                  </a:lnTo>
                  <a:cubicBezTo>
                    <a:pt x="19726" y="14739"/>
                    <a:pt x="16902" y="16322"/>
                    <a:pt x="14554" y="19014"/>
                  </a:cubicBezTo>
                  <a:cubicBezTo>
                    <a:pt x="12562" y="21296"/>
                    <a:pt x="11598" y="23566"/>
                    <a:pt x="11559" y="23659"/>
                  </a:cubicBezTo>
                  <a:lnTo>
                    <a:pt x="11322" y="24213"/>
                  </a:lnTo>
                  <a:lnTo>
                    <a:pt x="11559" y="24753"/>
                  </a:lnTo>
                  <a:cubicBezTo>
                    <a:pt x="11598" y="24846"/>
                    <a:pt x="12562" y="27116"/>
                    <a:pt x="14554" y="29398"/>
                  </a:cubicBezTo>
                  <a:cubicBezTo>
                    <a:pt x="16902" y="32090"/>
                    <a:pt x="19726" y="33673"/>
                    <a:pt x="22787" y="34042"/>
                  </a:cubicBezTo>
                  <a:lnTo>
                    <a:pt x="22787" y="37249"/>
                  </a:lnTo>
                  <a:cubicBezTo>
                    <a:pt x="20795" y="37763"/>
                    <a:pt x="19225" y="39334"/>
                    <a:pt x="18711" y="41326"/>
                  </a:cubicBezTo>
                  <a:lnTo>
                    <a:pt x="11176" y="41326"/>
                  </a:lnTo>
                  <a:cubicBezTo>
                    <a:pt x="10543" y="38872"/>
                    <a:pt x="8313" y="37064"/>
                    <a:pt x="5674" y="37064"/>
                  </a:cubicBezTo>
                  <a:cubicBezTo>
                    <a:pt x="2547" y="37064"/>
                    <a:pt x="1" y="39611"/>
                    <a:pt x="1" y="42738"/>
                  </a:cubicBezTo>
                  <a:cubicBezTo>
                    <a:pt x="1" y="45865"/>
                    <a:pt x="2547" y="48412"/>
                    <a:pt x="5674" y="48412"/>
                  </a:cubicBezTo>
                  <a:cubicBezTo>
                    <a:pt x="8313" y="48412"/>
                    <a:pt x="10543" y="46604"/>
                    <a:pt x="11176" y="44163"/>
                  </a:cubicBezTo>
                  <a:lnTo>
                    <a:pt x="18711" y="44163"/>
                  </a:lnTo>
                  <a:cubicBezTo>
                    <a:pt x="19344" y="46604"/>
                    <a:pt x="21573" y="48412"/>
                    <a:pt x="24212" y="48412"/>
                  </a:cubicBezTo>
                  <a:cubicBezTo>
                    <a:pt x="26851" y="48412"/>
                    <a:pt x="29068" y="46604"/>
                    <a:pt x="29701" y="44163"/>
                  </a:cubicBezTo>
                  <a:lnTo>
                    <a:pt x="37248" y="44163"/>
                  </a:lnTo>
                  <a:cubicBezTo>
                    <a:pt x="37882" y="46604"/>
                    <a:pt x="40099" y="48412"/>
                    <a:pt x="42737" y="48412"/>
                  </a:cubicBezTo>
                  <a:cubicBezTo>
                    <a:pt x="45878" y="48412"/>
                    <a:pt x="48411" y="45865"/>
                    <a:pt x="48411" y="42738"/>
                  </a:cubicBezTo>
                  <a:cubicBezTo>
                    <a:pt x="48411" y="39611"/>
                    <a:pt x="45878" y="37064"/>
                    <a:pt x="42737" y="37064"/>
                  </a:cubicBezTo>
                  <a:cubicBezTo>
                    <a:pt x="40099" y="37064"/>
                    <a:pt x="37882" y="38872"/>
                    <a:pt x="37248" y="41326"/>
                  </a:cubicBezTo>
                  <a:lnTo>
                    <a:pt x="29701" y="41326"/>
                  </a:lnTo>
                  <a:cubicBezTo>
                    <a:pt x="29187" y="39334"/>
                    <a:pt x="27616" y="37763"/>
                    <a:pt x="25625" y="37249"/>
                  </a:cubicBezTo>
                  <a:lnTo>
                    <a:pt x="25625" y="34042"/>
                  </a:lnTo>
                  <a:cubicBezTo>
                    <a:pt x="28686" y="33673"/>
                    <a:pt x="31509" y="32090"/>
                    <a:pt x="33871" y="29398"/>
                  </a:cubicBezTo>
                  <a:cubicBezTo>
                    <a:pt x="35864" y="27116"/>
                    <a:pt x="36826" y="24846"/>
                    <a:pt x="36866" y="24753"/>
                  </a:cubicBezTo>
                  <a:lnTo>
                    <a:pt x="37090" y="24213"/>
                  </a:lnTo>
                  <a:lnTo>
                    <a:pt x="36866" y="23659"/>
                  </a:lnTo>
                  <a:cubicBezTo>
                    <a:pt x="36826" y="23566"/>
                    <a:pt x="35864" y="21296"/>
                    <a:pt x="33871" y="19014"/>
                  </a:cubicBezTo>
                  <a:cubicBezTo>
                    <a:pt x="31509" y="16322"/>
                    <a:pt x="28686" y="14739"/>
                    <a:pt x="25625" y="14370"/>
                  </a:cubicBezTo>
                  <a:lnTo>
                    <a:pt x="25625" y="11163"/>
                  </a:lnTo>
                  <a:cubicBezTo>
                    <a:pt x="27616" y="10649"/>
                    <a:pt x="29187" y="9078"/>
                    <a:pt x="29701" y="7086"/>
                  </a:cubicBezTo>
                  <a:lnTo>
                    <a:pt x="37248" y="7086"/>
                  </a:lnTo>
                  <a:cubicBezTo>
                    <a:pt x="37882" y="9540"/>
                    <a:pt x="40099" y="11347"/>
                    <a:pt x="42737" y="11347"/>
                  </a:cubicBezTo>
                  <a:cubicBezTo>
                    <a:pt x="45878" y="11347"/>
                    <a:pt x="48411" y="8801"/>
                    <a:pt x="48411" y="5674"/>
                  </a:cubicBezTo>
                  <a:cubicBezTo>
                    <a:pt x="48411" y="2547"/>
                    <a:pt x="45878" y="0"/>
                    <a:pt x="42737" y="0"/>
                  </a:cubicBezTo>
                  <a:cubicBezTo>
                    <a:pt x="40099" y="0"/>
                    <a:pt x="37882" y="1808"/>
                    <a:pt x="37248" y="4249"/>
                  </a:cubicBezTo>
                  <a:lnTo>
                    <a:pt x="29701" y="4249"/>
                  </a:lnTo>
                  <a:cubicBezTo>
                    <a:pt x="29068" y="1808"/>
                    <a:pt x="26851" y="0"/>
                    <a:pt x="24212" y="0"/>
                  </a:cubicBezTo>
                  <a:cubicBezTo>
                    <a:pt x="21573" y="0"/>
                    <a:pt x="19344" y="1808"/>
                    <a:pt x="18711" y="4249"/>
                  </a:cubicBezTo>
                  <a:lnTo>
                    <a:pt x="11176" y="4249"/>
                  </a:lnTo>
                  <a:cubicBezTo>
                    <a:pt x="10543" y="1808"/>
                    <a:pt x="8313" y="0"/>
                    <a:pt x="5674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73"/>
          <p:cNvGrpSpPr/>
          <p:nvPr/>
        </p:nvGrpSpPr>
        <p:grpSpPr>
          <a:xfrm>
            <a:off x="6982332" y="1948860"/>
            <a:ext cx="607241" cy="694827"/>
            <a:chOff x="1360950" y="2635600"/>
            <a:chExt cx="1077050" cy="1232400"/>
          </a:xfrm>
        </p:grpSpPr>
        <p:sp>
          <p:nvSpPr>
            <p:cNvPr id="908" name="Google Shape;908;p73"/>
            <p:cNvSpPr/>
            <p:nvPr/>
          </p:nvSpPr>
          <p:spPr>
            <a:xfrm>
              <a:off x="1360950" y="2635600"/>
              <a:ext cx="1077050" cy="1232400"/>
            </a:xfrm>
            <a:custGeom>
              <a:rect b="b" l="l" r="r" t="t"/>
              <a:pathLst>
                <a:path extrusionOk="0" h="49296" w="43082">
                  <a:moveTo>
                    <a:pt x="17379" y="2956"/>
                  </a:moveTo>
                  <a:lnTo>
                    <a:pt x="17379" y="8828"/>
                  </a:lnTo>
                  <a:cubicBezTo>
                    <a:pt x="12958" y="9461"/>
                    <a:pt x="9462" y="12957"/>
                    <a:pt x="8828" y="17378"/>
                  </a:cubicBezTo>
                  <a:lnTo>
                    <a:pt x="2956" y="17378"/>
                  </a:lnTo>
                  <a:cubicBezTo>
                    <a:pt x="3642" y="9752"/>
                    <a:pt x="9752" y="3656"/>
                    <a:pt x="17379" y="2956"/>
                  </a:cubicBezTo>
                  <a:close/>
                  <a:moveTo>
                    <a:pt x="20268" y="2956"/>
                  </a:moveTo>
                  <a:cubicBezTo>
                    <a:pt x="27908" y="3656"/>
                    <a:pt x="34004" y="9752"/>
                    <a:pt x="34690" y="17378"/>
                  </a:cubicBezTo>
                  <a:lnTo>
                    <a:pt x="28832" y="17378"/>
                  </a:lnTo>
                  <a:cubicBezTo>
                    <a:pt x="28198" y="12957"/>
                    <a:pt x="24688" y="9461"/>
                    <a:pt x="20268" y="8828"/>
                  </a:cubicBezTo>
                  <a:lnTo>
                    <a:pt x="20268" y="2956"/>
                  </a:lnTo>
                  <a:close/>
                  <a:moveTo>
                    <a:pt x="18830" y="11612"/>
                  </a:moveTo>
                  <a:cubicBezTo>
                    <a:pt x="22815" y="11612"/>
                    <a:pt x="26047" y="14845"/>
                    <a:pt x="26047" y="18830"/>
                  </a:cubicBezTo>
                  <a:cubicBezTo>
                    <a:pt x="26047" y="22814"/>
                    <a:pt x="22815" y="26047"/>
                    <a:pt x="18830" y="26047"/>
                  </a:cubicBezTo>
                  <a:cubicBezTo>
                    <a:pt x="14845" y="26047"/>
                    <a:pt x="11612" y="22814"/>
                    <a:pt x="11612" y="18830"/>
                  </a:cubicBezTo>
                  <a:cubicBezTo>
                    <a:pt x="11612" y="14845"/>
                    <a:pt x="14845" y="11612"/>
                    <a:pt x="18830" y="11612"/>
                  </a:cubicBezTo>
                  <a:close/>
                  <a:moveTo>
                    <a:pt x="35191" y="20267"/>
                  </a:moveTo>
                  <a:lnTo>
                    <a:pt x="38965" y="30691"/>
                  </a:lnTo>
                  <a:lnTo>
                    <a:pt x="34755" y="30691"/>
                  </a:lnTo>
                  <a:lnTo>
                    <a:pt x="34755" y="37751"/>
                  </a:lnTo>
                  <a:lnTo>
                    <a:pt x="26073" y="37751"/>
                  </a:lnTo>
                  <a:lnTo>
                    <a:pt x="26073" y="46407"/>
                  </a:lnTo>
                  <a:lnTo>
                    <a:pt x="8696" y="46407"/>
                  </a:lnTo>
                  <a:lnTo>
                    <a:pt x="8696" y="31140"/>
                  </a:lnTo>
                  <a:lnTo>
                    <a:pt x="8221" y="30717"/>
                  </a:lnTo>
                  <a:cubicBezTo>
                    <a:pt x="5199" y="28013"/>
                    <a:pt x="3326" y="24266"/>
                    <a:pt x="2956" y="20267"/>
                  </a:cubicBezTo>
                  <a:lnTo>
                    <a:pt x="8828" y="20267"/>
                  </a:lnTo>
                  <a:cubicBezTo>
                    <a:pt x="9527" y="25163"/>
                    <a:pt x="13750" y="28937"/>
                    <a:pt x="18830" y="28937"/>
                  </a:cubicBezTo>
                  <a:cubicBezTo>
                    <a:pt x="23909" y="28937"/>
                    <a:pt x="28132" y="25163"/>
                    <a:pt x="28832" y="20267"/>
                  </a:cubicBezTo>
                  <a:close/>
                  <a:moveTo>
                    <a:pt x="18830" y="0"/>
                  </a:moveTo>
                  <a:cubicBezTo>
                    <a:pt x="8445" y="0"/>
                    <a:pt x="1" y="8445"/>
                    <a:pt x="1" y="18830"/>
                  </a:cubicBezTo>
                  <a:cubicBezTo>
                    <a:pt x="1" y="23962"/>
                    <a:pt x="2112" y="28884"/>
                    <a:pt x="5806" y="32420"/>
                  </a:cubicBezTo>
                  <a:lnTo>
                    <a:pt x="5806" y="49296"/>
                  </a:lnTo>
                  <a:lnTo>
                    <a:pt x="28950" y="49296"/>
                  </a:lnTo>
                  <a:lnTo>
                    <a:pt x="28950" y="40640"/>
                  </a:lnTo>
                  <a:lnTo>
                    <a:pt x="37646" y="40640"/>
                  </a:lnTo>
                  <a:lnTo>
                    <a:pt x="37646" y="33581"/>
                  </a:lnTo>
                  <a:lnTo>
                    <a:pt x="43082" y="33581"/>
                  </a:lnTo>
                  <a:lnTo>
                    <a:pt x="37646" y="18566"/>
                  </a:lnTo>
                  <a:cubicBezTo>
                    <a:pt x="37514" y="8313"/>
                    <a:pt x="29122" y="0"/>
                    <a:pt x="18830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73"/>
            <p:cNvSpPr/>
            <p:nvPr/>
          </p:nvSpPr>
          <p:spPr>
            <a:xfrm>
              <a:off x="1723500" y="2998125"/>
              <a:ext cx="216400" cy="216425"/>
            </a:xfrm>
            <a:custGeom>
              <a:rect b="b" l="l" r="r" t="t"/>
              <a:pathLst>
                <a:path extrusionOk="0" h="8657" w="8656">
                  <a:moveTo>
                    <a:pt x="4328" y="2877"/>
                  </a:moveTo>
                  <a:cubicBezTo>
                    <a:pt x="5120" y="2877"/>
                    <a:pt x="5766" y="3537"/>
                    <a:pt x="5766" y="4329"/>
                  </a:cubicBezTo>
                  <a:cubicBezTo>
                    <a:pt x="5766" y="5120"/>
                    <a:pt x="5120" y="5766"/>
                    <a:pt x="4328" y="5766"/>
                  </a:cubicBezTo>
                  <a:cubicBezTo>
                    <a:pt x="3536" y="5766"/>
                    <a:pt x="2877" y="5120"/>
                    <a:pt x="2877" y="4329"/>
                  </a:cubicBezTo>
                  <a:cubicBezTo>
                    <a:pt x="2877" y="3537"/>
                    <a:pt x="3536" y="2877"/>
                    <a:pt x="4328" y="2877"/>
                  </a:cubicBezTo>
                  <a:close/>
                  <a:moveTo>
                    <a:pt x="4328" y="1"/>
                  </a:moveTo>
                  <a:cubicBezTo>
                    <a:pt x="1939" y="1"/>
                    <a:pt x="0" y="1940"/>
                    <a:pt x="0" y="4329"/>
                  </a:cubicBezTo>
                  <a:cubicBezTo>
                    <a:pt x="0" y="6716"/>
                    <a:pt x="1939" y="8656"/>
                    <a:pt x="4328" y="8656"/>
                  </a:cubicBezTo>
                  <a:cubicBezTo>
                    <a:pt x="6716" y="8656"/>
                    <a:pt x="8656" y="6716"/>
                    <a:pt x="8656" y="4329"/>
                  </a:cubicBezTo>
                  <a:cubicBezTo>
                    <a:pt x="8656" y="1940"/>
                    <a:pt x="6716" y="1"/>
                    <a:pt x="4328" y="1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0" name="Google Shape;910;p73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3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912" name="Google Shape;912;p73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8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13" name="Google Shape;913;p73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73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73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16" name="Google Shape;916;p73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7" name="Google Shape;917;p73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1000" name="Google Shape;1000;p77"/>
          <p:cNvSpPr/>
          <p:nvPr/>
        </p:nvSpPr>
        <p:spPr>
          <a:xfrm>
            <a:off x="-36075" y="-506250"/>
            <a:ext cx="5210100" cy="2575500"/>
          </a:xfrm>
          <a:prstGeom prst="ellipse">
            <a:avLst/>
          </a:prstGeom>
          <a:gradFill>
            <a:gsLst>
              <a:gs pos="0">
                <a:srgbClr val="191919">
                  <a:alpha val="47843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77"/>
          <p:cNvSpPr txBox="1"/>
          <p:nvPr>
            <p:ph type="title"/>
          </p:nvPr>
        </p:nvSpPr>
        <p:spPr>
          <a:xfrm>
            <a:off x="720000" y="540000"/>
            <a:ext cx="3852000" cy="85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LANGGRAPH IS THIS LOOP</a:t>
            </a:r>
            <a:endParaRPr/>
          </a:p>
        </p:txBody>
      </p:sp>
      <p:sp>
        <p:nvSpPr>
          <p:cNvPr id="1002" name="Google Shape;1002;p77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7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1004" name="Google Shape;1004;p77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9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005" name="Google Shape;1005;p77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7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7" name="Google Shape;1007;p77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08" name="Google Shape;1008;p77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9" name="Google Shape;1009;p77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4" name="Google Shape;774;p69"/>
          <p:cNvSpPr txBox="1"/>
          <p:nvPr>
            <p:ph type="title"/>
          </p:nvPr>
        </p:nvSpPr>
        <p:spPr>
          <a:xfrm>
            <a:off x="4229875" y="475600"/>
            <a:ext cx="42009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SAME LOOP IN GRAPH.TS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775" name="Google Shape;775;p69"/>
          <p:cNvSpPr txBox="1"/>
          <p:nvPr>
            <p:ph idx="1" type="body"/>
          </p:nvPr>
        </p:nvSpPr>
        <p:spPr>
          <a:xfrm>
            <a:off x="4817275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Read it. You do not have to write it.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START goes to agent.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toolsCondition is yes or no on tool_calls.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tools then back to agent.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That is tonight’s LangGraph.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/>
            </a:r>
            <a:endParaRPr/>
          </a:p>
        </p:txBody>
      </p:sp>
      <p:pic>
        <p:nvPicPr>
          <p:cNvPr id="776" name="Google Shape;776;p69"/>
          <p:cNvPicPr preferRelativeResize="0"/>
          <p:nvPr/>
        </p:nvPicPr>
        <p:blipFill rotWithShape="1">
          <a:blip r:embed="rId5">
            <a:alphaModFix/>
          </a:blip>
          <a:srcRect b="0" l="27239" r="33743" t="0"/>
          <a:stretch/>
        </p:blipFill>
        <p:spPr>
          <a:xfrm flipH="1">
            <a:off x="-2" y="0"/>
            <a:ext cx="35679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69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-1846612">
            <a:off x="-1309417" y="-1158548"/>
            <a:ext cx="3498427" cy="24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45448">
            <a:off x="3119741" y="4417750"/>
            <a:ext cx="1519315" cy="115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69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8556180">
            <a:off x="6950660" y="3634228"/>
            <a:ext cx="3498424" cy="241361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9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9">
            <a:hlinkClick action="ppaction://hlinksldjump" r:id="rId6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782" name="Google Shape;782;p69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83" name="Google Shape;783;p69">
            <a:hlinkClick action="ppaction://hlinksldjump" r:id="rId8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9">
            <a:hlinkClick action="ppaction://hlinksldjump" r:id="rId9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5" name="Google Shape;785;p69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86" name="Google Shape;786;p69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7" name="Google Shape;787;p69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88" name="Google Shape;788;p69"/>
          <p:cNvSpPr/>
          <p:nvPr/>
        </p:nvSpPr>
        <p:spPr>
          <a:xfrm rot="10800000">
            <a:off x="3164050" y="-611016"/>
            <a:ext cx="1430700" cy="1430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3560000" dist="19050">
              <a:srgbClr val="4877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9" name="Google Shape;789;p69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3599994">
            <a:off x="2951584" y="2939259"/>
            <a:ext cx="1302258" cy="89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2" name="Google Shape;982;p76"/>
          <p:cNvSpPr txBox="1"/>
          <p:nvPr>
            <p:ph idx="1" type="subTitle"/>
          </p:nvPr>
        </p:nvSpPr>
        <p:spPr>
          <a:xfrm>
            <a:off x="5675175" y="2571525"/>
            <a:ext cx="27555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in agent/tools.ts. data/ has courses, dining, buildings, events. Ignore the rest until a tool works.</a:t>
            </a:r>
            <a:endParaRPr/>
          </a:p>
        </p:txBody>
      </p:sp>
      <p:sp>
        <p:nvSpPr>
          <p:cNvPr id="983" name="Google Shape;983;p76"/>
          <p:cNvSpPr txBox="1"/>
          <p:nvPr>
            <p:ph type="title"/>
          </p:nvPr>
        </p:nvSpPr>
        <p:spPr>
          <a:xfrm>
            <a:off x="5523175" y="937425"/>
            <a:ext cx="29076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 IS BUILT. YOU ADD SKILLS.</a:t>
            </a:r>
            <a:endParaRPr/>
          </a:p>
        </p:txBody>
      </p:sp>
      <p:pic>
        <p:nvPicPr>
          <p:cNvPr id="984" name="Google Shape;984;p76"/>
          <p:cNvPicPr preferRelativeResize="0"/>
          <p:nvPr/>
        </p:nvPicPr>
        <p:blipFill rotWithShape="1">
          <a:blip r:embed="rId5">
            <a:alphaModFix/>
          </a:blip>
          <a:srcRect b="0" l="16819" r="26932" t="0"/>
          <a:stretch/>
        </p:blipFill>
        <p:spPr>
          <a:xfrm>
            <a:off x="-1478395" y="-469300"/>
            <a:ext cx="6050400" cy="6050400"/>
          </a:xfrm>
          <a:prstGeom prst="ellipse">
            <a:avLst/>
          </a:prstGeom>
          <a:noFill/>
          <a:ln>
            <a:noFill/>
          </a:ln>
          <a:effectLst>
            <a:outerShdw blurRad="128588" rotWithShape="0" algn="bl" dir="11040000" dist="28575">
              <a:schemeClr val="accent1">
                <a:alpha val="23000"/>
              </a:schemeClr>
            </a:outerShdw>
          </a:effectLst>
        </p:spPr>
      </p:pic>
      <p:pic>
        <p:nvPicPr>
          <p:cNvPr id="985" name="Google Shape;985;p76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-8100080">
            <a:off x="3694808" y="-1817854"/>
            <a:ext cx="3431403" cy="2367392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6"/>
          <p:cNvSpPr/>
          <p:nvPr/>
        </p:nvSpPr>
        <p:spPr>
          <a:xfrm rot="10800000">
            <a:off x="7163163" y="3510818"/>
            <a:ext cx="4510200" cy="4510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rgbClr val="4877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7" name="Google Shape;98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45474">
            <a:off x="4218827" y="4189212"/>
            <a:ext cx="732394" cy="555006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76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76">
            <a:hlinkClick action="ppaction://hlinksldjump" r:id="rId6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990" name="Google Shape;990;p76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11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91" name="Google Shape;991;p76">
            <a:hlinkClick action="ppaction://hlinksldjump" r:id="rId8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76">
            <a:hlinkClick action="ppaction://hlinksldjump" r:id="rId9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3" name="Google Shape;993;p76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94" name="Google Shape;994;p76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5" name="Google Shape;995;p76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29" name="Google Shape;1329;p88"/>
          <p:cNvPicPr preferRelativeResize="0"/>
          <p:nvPr/>
        </p:nvPicPr>
        <p:blipFill rotWithShape="1">
          <a:blip r:embed="rId4">
            <a:alphaModFix/>
          </a:blip>
          <a:srcRect b="0" l="41725" r="12342" t="0"/>
          <a:stretch/>
        </p:blipFill>
        <p:spPr>
          <a:xfrm>
            <a:off x="-48250" y="-53100"/>
            <a:ext cx="4286650" cy="524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88"/>
          <p:cNvSpPr txBox="1"/>
          <p:nvPr>
            <p:ph type="title"/>
          </p:nvPr>
        </p:nvSpPr>
        <p:spPr>
          <a:xfrm>
            <a:off x="4692850" y="1168450"/>
            <a:ext cx="3711600" cy="14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THE APP</a:t>
            </a:r>
            <a:endParaRPr/>
          </a:p>
        </p:txBody>
      </p:sp>
      <p:sp>
        <p:nvSpPr>
          <p:cNvPr id="1331" name="Google Shape;1331;p88"/>
          <p:cNvSpPr txBox="1"/>
          <p:nvPr>
            <p:ph idx="1" type="subTitle"/>
          </p:nvPr>
        </p:nvSpPr>
        <p:spPr>
          <a:xfrm>
            <a:off x="5433850" y="2572100"/>
            <a:ext cx="297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 .env.example .env.local   then  ./run.sh</a:t>
            </a:r>
            <a:endParaRPr/>
          </a:p>
        </p:txBody>
      </p:sp>
      <p:sp>
        <p:nvSpPr>
          <p:cNvPr id="1332" name="Google Shape;1332;p88"/>
          <p:cNvSpPr txBox="1"/>
          <p:nvPr>
            <p:ph idx="2" type="title"/>
          </p:nvPr>
        </p:nvSpPr>
        <p:spPr>
          <a:xfrm>
            <a:off x="6804550" y="3532125"/>
            <a:ext cx="15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333" name="Google Shape;1333;p88"/>
          <p:cNvGrpSpPr/>
          <p:nvPr/>
        </p:nvGrpSpPr>
        <p:grpSpPr>
          <a:xfrm>
            <a:off x="8605274" y="3747208"/>
            <a:ext cx="43276" cy="411646"/>
            <a:chOff x="1256711" y="1178908"/>
            <a:chExt cx="43276" cy="411646"/>
          </a:xfrm>
        </p:grpSpPr>
        <p:grpSp>
          <p:nvGrpSpPr>
            <p:cNvPr id="1334" name="Google Shape;1334;p88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335" name="Google Shape;1335;p88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88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88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8" name="Google Shape;1338;p88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339" name="Google Shape;1339;p88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88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88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42" name="Google Shape;1342;p88"/>
          <p:cNvSpPr/>
          <p:nvPr/>
        </p:nvSpPr>
        <p:spPr>
          <a:xfrm>
            <a:off x="271492" y="222512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88">
            <a:hlinkClick action="ppaction://hlinksldjump" r:id="rId4"/>
          </p:cNvPr>
          <p:cNvSpPr/>
          <p:nvPr/>
        </p:nvSpPr>
        <p:spPr>
          <a:xfrm>
            <a:off x="271492" y="247502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88"/>
          <p:cNvSpPr/>
          <p:nvPr/>
        </p:nvSpPr>
        <p:spPr>
          <a:xfrm>
            <a:off x="271492" y="272493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345" name="Google Shape;1345;p88">
            <a:hlinkClick action="ppaction://hlinksldjump" r:id="rId5"/>
          </p:cNvPr>
          <p:cNvSpPr/>
          <p:nvPr/>
        </p:nvSpPr>
        <p:spPr>
          <a:xfrm>
            <a:off x="312597" y="251126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88">
            <a:hlinkClick action="ppaction://hlinksldjump" r:id="rId6"/>
          </p:cNvPr>
          <p:cNvSpPr/>
          <p:nvPr/>
        </p:nvSpPr>
        <p:spPr>
          <a:xfrm>
            <a:off x="337227" y="255224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7" name="Google Shape;1347;p88"/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48" name="Google Shape;1348;p88"/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pic>
        <p:nvPicPr>
          <p:cNvPr id="1349" name="Google Shape;1349;p88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2700000">
            <a:off x="6672931" y="-1259200"/>
            <a:ext cx="4011591" cy="27676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88"/>
          <p:cNvSpPr/>
          <p:nvPr/>
        </p:nvSpPr>
        <p:spPr>
          <a:xfrm>
            <a:off x="4692850" y="4507850"/>
            <a:ext cx="2374500" cy="23745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59" name="Google Shape;759;p68"/>
          <p:cNvPicPr preferRelativeResize="0"/>
          <p:nvPr/>
        </p:nvPicPr>
        <p:blipFill rotWithShape="1">
          <a:blip r:embed="rId3">
            <a:alphaModFix/>
          </a:blip>
          <a:srcRect b="22583" l="11647" r="33256" t="22324"/>
          <a:stretch/>
        </p:blipFill>
        <p:spPr>
          <a:xfrm>
            <a:off x="4994550" y="1053925"/>
            <a:ext cx="3613500" cy="3613500"/>
          </a:xfrm>
          <a:prstGeom prst="ellipse">
            <a:avLst/>
          </a:prstGeom>
          <a:noFill/>
          <a:ln>
            <a:noFill/>
          </a:ln>
          <a:effectLst>
            <a:outerShdw blurRad="128588" rotWithShape="0" algn="bl" dir="11040000" dist="28575">
              <a:schemeClr val="accent1">
                <a:alpha val="23000"/>
              </a:schemeClr>
            </a:outerShdw>
          </a:effectLst>
        </p:spPr>
      </p:pic>
      <p:sp>
        <p:nvSpPr>
          <p:cNvPr id="760" name="Google Shape;760;p68"/>
          <p:cNvSpPr txBox="1"/>
          <p:nvPr>
            <p:ph type="title"/>
          </p:nvPr>
        </p:nvSpPr>
        <p:spPr>
          <a:xfrm>
            <a:off x="720000" y="475600"/>
            <a:ext cx="42009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1  WATCH A TOOL FIRE</a:t>
            </a:r>
            <a:endParaRPr/>
          </a:p>
        </p:txBody>
      </p:sp>
      <p:sp>
        <p:nvSpPr>
          <p:cNvPr id="761" name="Google Shape;761;p68"/>
          <p:cNvSpPr txBox="1"/>
          <p:nvPr>
            <p:ph idx="1" type="body"/>
          </p:nvPr>
        </p:nvSpPr>
        <p:spPr>
          <a:xfrm>
            <a:off x="720000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Ask: What is CS112 and where is it usually taught?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Want getCourseInfo in the log and a course card in chat.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This tool is already done.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Copy later: body, name, description, schema.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JSON.stringify keeps Gemini happy.</a:t>
            </a:r>
            <a:endParaRPr/>
          </a:p>
        </p:txBody>
      </p:sp>
      <p:sp>
        <p:nvSpPr>
          <p:cNvPr id="762" name="Google Shape;762;p68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8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764" name="Google Shape;764;p68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13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65" name="Google Shape;765;p68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68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7" name="Google Shape;767;p68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68" name="Google Shape;768;p68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9" name="Google Shape;769;p68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29" name="Google Shape;1929;p103"/>
          <p:cNvPicPr preferRelativeResize="0"/>
          <p:nvPr/>
        </p:nvPicPr>
        <p:blipFill rotWithShape="1">
          <a:blip r:embed="rId3">
            <a:alphaModFix/>
          </a:blip>
          <a:srcRect b="0" l="35546" r="33569" t="0"/>
          <a:stretch/>
        </p:blipFill>
        <p:spPr>
          <a:xfrm>
            <a:off x="6314150" y="0"/>
            <a:ext cx="28241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0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RIGHT PANEL IS LANGGRAPH</a:t>
            </a:r>
            <a:endParaRPr/>
          </a:p>
        </p:txBody>
      </p:sp>
      <p:sp>
        <p:nvSpPr>
          <p:cNvPr id="1931" name="Google Shape;1931;p103"/>
          <p:cNvSpPr txBox="1"/>
          <p:nvPr>
            <p:ph type="title"/>
          </p:nvPr>
        </p:nvSpPr>
        <p:spPr>
          <a:xfrm>
            <a:off x="720000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1932" name="Google Shape;1932;p103"/>
          <p:cNvSpPr txBox="1"/>
          <p:nvPr>
            <p:ph idx="1" type="subTitle"/>
          </p:nvPr>
        </p:nvSpPr>
        <p:spPr>
          <a:xfrm>
            <a:off x="719996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Request received</a:t>
            </a:r>
            <a:endParaRPr/>
          </a:p>
        </p:txBody>
      </p:sp>
      <p:sp>
        <p:nvSpPr>
          <p:cNvPr id="1933" name="Google Shape;1933;p103"/>
          <p:cNvSpPr txBox="1"/>
          <p:nvPr>
            <p:ph idx="2" type="title"/>
          </p:nvPr>
        </p:nvSpPr>
        <p:spPr>
          <a:xfrm>
            <a:off x="3138449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DECIDE</a:t>
            </a:r>
            <a:endParaRPr/>
          </a:p>
        </p:txBody>
      </p:sp>
      <p:sp>
        <p:nvSpPr>
          <p:cNvPr id="1934" name="Google Shape;1934;p103"/>
          <p:cNvSpPr txBox="1"/>
          <p:nvPr>
            <p:ph idx="3" type="subTitle"/>
          </p:nvPr>
        </p:nvSpPr>
        <p:spPr>
          <a:xfrm>
            <a:off x="3138447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Agent deciding</a:t>
            </a:r>
            <a:r>
              <a:rPr lang="en"/>
              <a:t/>
            </a:r>
            <a:endParaRPr/>
          </a:p>
        </p:txBody>
      </p:sp>
      <p:sp>
        <p:nvSpPr>
          <p:cNvPr id="1935" name="Google Shape;1935;p103"/>
          <p:cNvSpPr txBox="1"/>
          <p:nvPr>
            <p:ph idx="4" type="title"/>
          </p:nvPr>
        </p:nvSpPr>
        <p:spPr>
          <a:xfrm>
            <a:off x="720000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</a:t>
            </a:r>
            <a:endParaRPr/>
          </a:p>
        </p:txBody>
      </p:sp>
      <p:sp>
        <p:nvSpPr>
          <p:cNvPr id="1936" name="Google Shape;1936;p103"/>
          <p:cNvSpPr txBox="1"/>
          <p:nvPr>
            <p:ph idx="5" type="subTitle"/>
          </p:nvPr>
        </p:nvSpPr>
        <p:spPr>
          <a:xfrm>
            <a:off x="719996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Calling getCourseInfo</a:t>
            </a:r>
            <a:endParaRPr/>
          </a:p>
        </p:txBody>
      </p:sp>
      <p:sp>
        <p:nvSpPr>
          <p:cNvPr id="1937" name="Google Shape;1937;p103"/>
          <p:cNvSpPr txBox="1"/>
          <p:nvPr>
            <p:ph idx="6" type="title"/>
          </p:nvPr>
        </p:nvSpPr>
        <p:spPr>
          <a:xfrm>
            <a:off x="3138449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</a:t>
            </a:r>
            <a:endParaRPr/>
          </a:p>
        </p:txBody>
      </p:sp>
      <p:sp>
        <p:nvSpPr>
          <p:cNvPr id="1938" name="Google Shape;1938;p103"/>
          <p:cNvSpPr txBox="1"/>
          <p:nvPr>
            <p:ph idx="7" type="subTitle"/>
          </p:nvPr>
        </p:nvSpPr>
        <p:spPr>
          <a:xfrm>
            <a:off x="3138447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Response generated</a:t>
            </a:r>
            <a:endParaRPr/>
          </a:p>
        </p:txBody>
      </p:sp>
      <p:grpSp>
        <p:nvGrpSpPr>
          <p:cNvPr id="1939" name="Google Shape;1939;p103"/>
          <p:cNvGrpSpPr/>
          <p:nvPr/>
        </p:nvGrpSpPr>
        <p:grpSpPr>
          <a:xfrm>
            <a:off x="5793136" y="2365933"/>
            <a:ext cx="43276" cy="411646"/>
            <a:chOff x="1256711" y="1178908"/>
            <a:chExt cx="43276" cy="411646"/>
          </a:xfrm>
        </p:grpSpPr>
        <p:grpSp>
          <p:nvGrpSpPr>
            <p:cNvPr id="1940" name="Google Shape;1940;p10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941" name="Google Shape;1941;p10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10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10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4" name="Google Shape;1944;p10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945" name="Google Shape;1945;p10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10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10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48" name="Google Shape;1948;p103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03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03">
            <a:hlinkClick action="ppaction://hlinksldjump" r:id="rId5"/>
          </p:cNvPr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14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951" name="Google Shape;1951;p103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03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3" name="Google Shape;1953;p103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54" name="Google Shape;1954;p103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5" name="Google Shape;1955;p103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58" name="Google Shape;958;p75"/>
          <p:cNvPicPr preferRelativeResize="0"/>
          <p:nvPr/>
        </p:nvPicPr>
        <p:blipFill rotWithShape="1">
          <a:blip r:embed="rId3">
            <a:alphaModFix/>
          </a:blip>
          <a:srcRect b="18752" l="13669" r="30012" t="16586"/>
          <a:stretch/>
        </p:blipFill>
        <p:spPr>
          <a:xfrm>
            <a:off x="4572000" y="-80800"/>
            <a:ext cx="4572001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5"/>
          <p:cNvSpPr txBox="1"/>
          <p:nvPr>
            <p:ph type="title"/>
          </p:nvPr>
        </p:nvSpPr>
        <p:spPr>
          <a:xfrm>
            <a:off x="720000" y="937425"/>
            <a:ext cx="29076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2  GIVE IT DINING</a:t>
            </a:r>
            <a:endParaRPr/>
          </a:p>
        </p:txBody>
      </p:sp>
      <p:sp>
        <p:nvSpPr>
          <p:cNvPr id="960" name="Google Shape;960;p75"/>
          <p:cNvSpPr txBox="1"/>
          <p:nvPr>
            <p:ph idx="1" type="subTitle"/>
          </p:nvPr>
        </p:nvSpPr>
        <p:spPr>
          <a:xfrm>
            <a:off x="720000" y="2571525"/>
            <a:ext cx="29076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Ask: Where can I eat on Busch? Import searchDining. Return kind: dining. Add findDining to the tools array.</a:t>
            </a:r>
            <a:endParaRPr/>
          </a:p>
        </p:txBody>
      </p:sp>
      <p:grpSp>
        <p:nvGrpSpPr>
          <p:cNvPr id="961" name="Google Shape;961;p75"/>
          <p:cNvGrpSpPr/>
          <p:nvPr/>
        </p:nvGrpSpPr>
        <p:grpSpPr>
          <a:xfrm>
            <a:off x="846349" y="334183"/>
            <a:ext cx="43276" cy="411646"/>
            <a:chOff x="1256711" y="1178908"/>
            <a:chExt cx="43276" cy="411646"/>
          </a:xfrm>
        </p:grpSpPr>
        <p:grpSp>
          <p:nvGrpSpPr>
            <p:cNvPr id="962" name="Google Shape;962;p75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963" name="Google Shape;963;p7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7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7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75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967" name="Google Shape;967;p7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7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7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70" name="Google Shape;970;p75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5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972" name="Google Shape;972;p75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15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3" name="Google Shape;973;p75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5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5" name="Google Shape;975;p75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76" name="Google Shape;976;p75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75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4" name="Google Shape;774;p69"/>
          <p:cNvSpPr txBox="1"/>
          <p:nvPr>
            <p:ph type="title"/>
          </p:nvPr>
        </p:nvSpPr>
        <p:spPr>
          <a:xfrm>
            <a:off x="4229875" y="475600"/>
            <a:ext cx="42009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KEY  FIND DINING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775" name="Google Shape;775;p69"/>
          <p:cNvSpPr txBox="1"/>
          <p:nvPr>
            <p:ph idx="1" type="body"/>
          </p:nvPr>
        </p:nvSpPr>
        <p:spPr>
          <a:xfrm>
            <a:off x="4817275" y="1152475"/>
            <a:ext cx="3613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Reveal after they attempt it.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searchDining already filters.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The last line is half of the bug reports.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arker Grotesque Medium"/>
              <a:buChar char="●"/>
            </a:pPr>
            <a:r>
              <a:rPr lang="en">
                <a:solidFill>
                  <a:srgbClr val="000000"/>
                </a:solidFill>
              </a:rPr>
              <a:t>findBuilding is the same shape.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/>
            </a:r>
            <a:endParaRPr/>
          </a:p>
        </p:txBody>
      </p:sp>
      <p:pic>
        <p:nvPicPr>
          <p:cNvPr id="776" name="Google Shape;776;p69"/>
          <p:cNvPicPr preferRelativeResize="0"/>
          <p:nvPr/>
        </p:nvPicPr>
        <p:blipFill rotWithShape="1">
          <a:blip r:embed="rId5">
            <a:alphaModFix/>
          </a:blip>
          <a:srcRect b="0" l="27239" r="33743" t="0"/>
          <a:stretch/>
        </p:blipFill>
        <p:spPr>
          <a:xfrm flipH="1">
            <a:off x="-2" y="0"/>
            <a:ext cx="35679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69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-1846612">
            <a:off x="-1309417" y="-1158548"/>
            <a:ext cx="3498427" cy="24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45448">
            <a:off x="3119741" y="4417750"/>
            <a:ext cx="1519315" cy="115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69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8556180">
            <a:off x="6950660" y="3634228"/>
            <a:ext cx="3498424" cy="241361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9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9">
            <a:hlinkClick action="ppaction://hlinksldjump" r:id="rId6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782" name="Google Shape;782;p69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16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83" name="Google Shape;783;p69">
            <a:hlinkClick action="ppaction://hlinksldjump" r:id="rId8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9">
            <a:hlinkClick action="ppaction://hlinksldjump" r:id="rId9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5" name="Google Shape;785;p69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86" name="Google Shape;786;p69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7" name="Google Shape;787;p69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88" name="Google Shape;788;p69"/>
          <p:cNvSpPr/>
          <p:nvPr/>
        </p:nvSpPr>
        <p:spPr>
          <a:xfrm rot="10800000">
            <a:off x="3164050" y="-611016"/>
            <a:ext cx="1430700" cy="1430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3560000" dist="19050">
              <a:srgbClr val="4877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9" name="Google Shape;789;p69"/>
          <p:cNvPicPr preferRelativeResize="0"/>
          <p:nvPr/>
        </p:nvPicPr>
        <p:blipFill rotWithShape="1">
          <a:blip r:embed="rId3">
            <a:alphaModFix/>
          </a:blip>
          <a:srcRect b="19769" l="7341" r="4538" t="0"/>
          <a:stretch/>
        </p:blipFill>
        <p:spPr>
          <a:xfrm rot="3599994">
            <a:off x="2951584" y="2939259"/>
            <a:ext cx="1302258" cy="89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29" name="Google Shape;1929;p103"/>
          <p:cNvPicPr preferRelativeResize="0"/>
          <p:nvPr/>
        </p:nvPicPr>
        <p:blipFill rotWithShape="1">
          <a:blip r:embed="rId3">
            <a:alphaModFix/>
          </a:blip>
          <a:srcRect b="0" l="35546" r="33569" t="0"/>
          <a:stretch/>
        </p:blipFill>
        <p:spPr>
          <a:xfrm>
            <a:off x="6314150" y="0"/>
            <a:ext cx="28241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0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GO FURTHER</a:t>
            </a:r>
            <a:endParaRPr/>
          </a:p>
        </p:txBody>
      </p:sp>
      <p:sp>
        <p:nvSpPr>
          <p:cNvPr id="1931" name="Google Shape;1931;p103"/>
          <p:cNvSpPr txBox="1"/>
          <p:nvPr>
            <p:ph type="title"/>
          </p:nvPr>
        </p:nvSpPr>
        <p:spPr>
          <a:xfrm>
            <a:off x="720000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</a:t>
            </a:r>
            <a:endParaRPr/>
          </a:p>
        </p:txBody>
      </p:sp>
      <p:sp>
        <p:nvSpPr>
          <p:cNvPr id="1932" name="Google Shape;1932;p103"/>
          <p:cNvSpPr txBox="1"/>
          <p:nvPr>
            <p:ph idx="1" type="subTitle"/>
          </p:nvPr>
        </p:nvSpPr>
        <p:spPr>
          <a:xfrm>
            <a:off x="719996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Nicknames like Hill and CORE.</a:t>
            </a:r>
            <a:endParaRPr/>
          </a:p>
        </p:txBody>
      </p:sp>
      <p:sp>
        <p:nvSpPr>
          <p:cNvPr id="1933" name="Google Shape;1933;p103"/>
          <p:cNvSpPr txBox="1"/>
          <p:nvPr>
            <p:ph idx="2" type="title"/>
          </p:nvPr>
        </p:nvSpPr>
        <p:spPr>
          <a:xfrm>
            <a:off x="3138449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1934" name="Google Shape;1934;p103"/>
          <p:cNvSpPr txBox="1"/>
          <p:nvPr>
            <p:ph idx="3" type="subTitle"/>
          </p:nvPr>
        </p:nvSpPr>
        <p:spPr>
          <a:xfrm>
            <a:off x="3138447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Filter by CS or campus.</a:t>
            </a:r>
            <a:r>
              <a:rPr lang="en"/>
              <a:t/>
            </a:r>
            <a:endParaRPr/>
          </a:p>
        </p:txBody>
      </p:sp>
      <p:sp>
        <p:nvSpPr>
          <p:cNvPr id="1935" name="Google Shape;1935;p103"/>
          <p:cNvSpPr txBox="1"/>
          <p:nvPr>
            <p:ph idx="4" type="title"/>
          </p:nvPr>
        </p:nvSpPr>
        <p:spPr>
          <a:xfrm>
            <a:off x="720000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GRADE</a:t>
            </a:r>
            <a:endParaRPr/>
          </a:p>
        </p:txBody>
      </p:sp>
      <p:sp>
        <p:nvSpPr>
          <p:cNvPr id="1936" name="Google Shape;1936;p103"/>
          <p:cNvSpPr txBox="1"/>
          <p:nvPr>
            <p:ph idx="5" type="subTitle"/>
          </p:nvPr>
        </p:nvSpPr>
        <p:spPr>
          <a:xfrm>
            <a:off x="719996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Parse A, B+, B into a GPA.</a:t>
            </a:r>
            <a:endParaRPr/>
          </a:p>
        </p:txBody>
      </p:sp>
      <p:sp>
        <p:nvSpPr>
          <p:cNvPr id="1937" name="Google Shape;1937;p103"/>
          <p:cNvSpPr txBox="1"/>
          <p:nvPr>
            <p:ph idx="6" type="title"/>
          </p:nvPr>
        </p:nvSpPr>
        <p:spPr>
          <a:xfrm>
            <a:off x="3138449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IT</a:t>
            </a:r>
            <a:endParaRPr/>
          </a:p>
        </p:txBody>
      </p:sp>
      <p:sp>
        <p:nvSpPr>
          <p:cNvPr id="1938" name="Google Shape;1938;p103"/>
          <p:cNvSpPr txBox="1"/>
          <p:nvPr>
            <p:ph idx="7" type="subTitle"/>
          </p:nvPr>
        </p:nvSpPr>
        <p:spPr>
          <a:xfrm>
            <a:off x="3138447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Leave it out of the tools array.</a:t>
            </a:r>
            <a:endParaRPr/>
          </a:p>
        </p:txBody>
      </p:sp>
      <p:grpSp>
        <p:nvGrpSpPr>
          <p:cNvPr id="1939" name="Google Shape;1939;p103"/>
          <p:cNvGrpSpPr/>
          <p:nvPr/>
        </p:nvGrpSpPr>
        <p:grpSpPr>
          <a:xfrm>
            <a:off x="5793136" y="2365933"/>
            <a:ext cx="43276" cy="411646"/>
            <a:chOff x="1256711" y="1178908"/>
            <a:chExt cx="43276" cy="411646"/>
          </a:xfrm>
        </p:grpSpPr>
        <p:grpSp>
          <p:nvGrpSpPr>
            <p:cNvPr id="1940" name="Google Shape;1940;p10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1941" name="Google Shape;1941;p10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10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10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4" name="Google Shape;1944;p10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1945" name="Google Shape;1945;p10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10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10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48" name="Google Shape;1948;p103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03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03">
            <a:hlinkClick action="ppaction://hlinksldjump" r:id="rId5"/>
          </p:cNvPr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17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951" name="Google Shape;1951;p103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03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3" name="Google Shape;1953;p103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54" name="Google Shape;1954;p103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5" name="Google Shape;1955;p103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58" name="Google Shape;958;p75"/>
          <p:cNvPicPr preferRelativeResize="0"/>
          <p:nvPr/>
        </p:nvPicPr>
        <p:blipFill rotWithShape="1">
          <a:blip r:embed="rId3">
            <a:alphaModFix/>
          </a:blip>
          <a:srcRect b="18752" l="13669" r="30012" t="16586"/>
          <a:stretch/>
        </p:blipFill>
        <p:spPr>
          <a:xfrm>
            <a:off x="4572000" y="-80800"/>
            <a:ext cx="4572001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5"/>
          <p:cNvSpPr txBox="1"/>
          <p:nvPr>
            <p:ph type="title"/>
          </p:nvPr>
        </p:nvSpPr>
        <p:spPr>
          <a:xfrm>
            <a:off x="720000" y="937425"/>
            <a:ext cx="2907600" cy="1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BOSS</a:t>
            </a:r>
            <a:endParaRPr/>
          </a:p>
        </p:txBody>
      </p:sp>
      <p:sp>
        <p:nvSpPr>
          <p:cNvPr id="960" name="Google Shape;960;p75"/>
          <p:cNvSpPr txBox="1"/>
          <p:nvPr>
            <p:ph idx="1" type="subTitle"/>
          </p:nvPr>
        </p:nvSpPr>
        <p:spPr>
          <a:xfrm>
            <a:off x="720000" y="2571525"/>
            <a:ext cx="29076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CS112 tomorrow. Food on Busch after. Course info. GPA for A, B+, B. Dining nearby. A complete agent calls all three.</a:t>
            </a:r>
            <a:endParaRPr/>
          </a:p>
        </p:txBody>
      </p:sp>
      <p:grpSp>
        <p:nvGrpSpPr>
          <p:cNvPr id="961" name="Google Shape;961;p75"/>
          <p:cNvGrpSpPr/>
          <p:nvPr/>
        </p:nvGrpSpPr>
        <p:grpSpPr>
          <a:xfrm>
            <a:off x="846349" y="334183"/>
            <a:ext cx="43276" cy="411646"/>
            <a:chOff x="1256711" y="1178908"/>
            <a:chExt cx="43276" cy="411646"/>
          </a:xfrm>
        </p:grpSpPr>
        <p:grpSp>
          <p:nvGrpSpPr>
            <p:cNvPr id="962" name="Google Shape;962;p75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963" name="Google Shape;963;p7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7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7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75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967" name="Google Shape;967;p75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75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75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70" name="Google Shape;970;p75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5">
            <a:hlinkClick action="ppaction://hlinksldjump" r:id="rId4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ahyp="http://schemas.microsoft.com/office/drawing/2018/hyperlinkcolor">
        <p:nvSpPr>
          <p:cNvPr id="972" name="Google Shape;972;p75"/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18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3" name="Google Shape;973;p75">
            <a:hlinkClick action="ppaction://hlinksldjump" r:id="rId6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5">
            <a:hlinkClick action="ppaction://hlinksldjump" r:id="rId7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5" name="Google Shape;975;p75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76" name="Google Shape;976;p75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75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60" name="Google Shape;1960;p104"/>
          <p:cNvSpPr/>
          <p:nvPr/>
        </p:nvSpPr>
        <p:spPr>
          <a:xfrm>
            <a:off x="-1481036" y="-1523478"/>
            <a:ext cx="2974800" cy="297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960000" dist="19050">
              <a:srgbClr val="4877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04"/>
          <p:cNvSpPr/>
          <p:nvPr/>
        </p:nvSpPr>
        <p:spPr>
          <a:xfrm flipH="1">
            <a:off x="7631791" y="3790200"/>
            <a:ext cx="3711600" cy="37116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rotWithShape="0" algn="bl" dir="5400000" dist="19050">
              <a:schemeClr val="accent1">
                <a:alpha val="3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2" name="Google Shape;1962;p10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8099993">
            <a:off x="8108244" y="-1306300"/>
            <a:ext cx="3498423" cy="24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3599948">
            <a:off x="246632" y="4222869"/>
            <a:ext cx="780790" cy="591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10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900026">
            <a:off x="4720567" y="1613322"/>
            <a:ext cx="1302263" cy="898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5" name="Google Shape;1965;p10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9000013">
            <a:off x="3211790" y="3468831"/>
            <a:ext cx="1302260" cy="898453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04"/>
          <p:cNvSpPr txBox="1"/>
          <p:nvPr>
            <p:ph type="title"/>
          </p:nvPr>
        </p:nvSpPr>
        <p:spPr>
          <a:xfrm>
            <a:off x="1101000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</a:t>
            </a:r>
            <a:endParaRPr/>
          </a:p>
        </p:txBody>
      </p:sp>
      <p:sp>
        <p:nvSpPr>
          <p:cNvPr id="1967" name="Google Shape;1967;p104"/>
          <p:cNvSpPr txBox="1"/>
          <p:nvPr>
            <p:ph idx="1" type="subTitle"/>
          </p:nvPr>
        </p:nvSpPr>
        <p:spPr>
          <a:xfrm>
            <a:off x="1101000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Decides which action to take.</a:t>
            </a:r>
            <a:endParaRPr/>
          </a:p>
        </p:txBody>
      </p:sp>
      <p:sp>
        <p:nvSpPr>
          <p:cNvPr id="1968" name="Google Shape;1968;p104"/>
          <p:cNvSpPr txBox="1"/>
          <p:nvPr>
            <p:ph idx="2" type="title"/>
          </p:nvPr>
        </p:nvSpPr>
        <p:spPr>
          <a:xfrm>
            <a:off x="6184799" y="17590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969" name="Google Shape;1969;p104"/>
          <p:cNvSpPr txBox="1"/>
          <p:nvPr>
            <p:ph idx="3" type="subTitle"/>
          </p:nvPr>
        </p:nvSpPr>
        <p:spPr>
          <a:xfrm>
            <a:off x="6184797" y="21169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Give the agent real capabilities.</a:t>
            </a:r>
            <a:endParaRPr/>
          </a:p>
        </p:txBody>
      </p:sp>
      <p:sp>
        <p:nvSpPr>
          <p:cNvPr id="1970" name="Google Shape;1970;p104"/>
          <p:cNvSpPr txBox="1"/>
          <p:nvPr>
            <p:ph idx="4" type="title"/>
          </p:nvPr>
        </p:nvSpPr>
        <p:spPr>
          <a:xfrm>
            <a:off x="1101000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LANGGRAPH</a:t>
            </a:r>
            <a:endParaRPr/>
          </a:p>
        </p:txBody>
      </p:sp>
      <p:sp>
        <p:nvSpPr>
          <p:cNvPr id="1971" name="Google Shape;1971;p104"/>
          <p:cNvSpPr txBox="1"/>
          <p:nvPr>
            <p:ph idx="5" type="subTitle"/>
          </p:nvPr>
        </p:nvSpPr>
        <p:spPr>
          <a:xfrm>
            <a:off x="1101000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Runs the request, tool, result loop.</a:t>
            </a:r>
            <a:endParaRPr/>
          </a:p>
        </p:txBody>
      </p:sp>
      <p:sp>
        <p:nvSpPr>
          <p:cNvPr id="1972" name="Google Shape;1972;p104"/>
          <p:cNvSpPr txBox="1"/>
          <p:nvPr>
            <p:ph idx="6" type="title"/>
          </p:nvPr>
        </p:nvSpPr>
        <p:spPr>
          <a:xfrm>
            <a:off x="6184799" y="3192450"/>
            <a:ext cx="18582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</a:t>
            </a:r>
            <a:endParaRPr/>
          </a:p>
        </p:txBody>
      </p:sp>
      <p:sp>
        <p:nvSpPr>
          <p:cNvPr id="1973" name="Google Shape;1973;p104"/>
          <p:cNvSpPr txBox="1"/>
          <p:nvPr>
            <p:ph idx="7" type="subTitle"/>
          </p:nvPr>
        </p:nvSpPr>
        <p:spPr>
          <a:xfrm>
            <a:off x="6184797" y="3550375"/>
            <a:ext cx="1858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F24"/>
              </a:buClr>
              <a:buSzPts val="1100"/>
              <a:buFont typeface="Arial"/>
              <a:buNone/>
            </a:pPr>
            <a:r>
              <a:rPr lang="en"/>
              <a:t>Turns JSON into cards you can see.</a:t>
            </a:r>
            <a:endParaRPr/>
          </a:p>
        </p:txBody>
      </p:sp>
      <p:sp>
        <p:nvSpPr>
          <p:cNvPr id="1974" name="Google Shape;1974;p104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BUILT</a:t>
            </a:r>
            <a:endParaRPr/>
          </a:p>
        </p:txBody>
      </p:sp>
      <p:pic>
        <p:nvPicPr>
          <p:cNvPr id="1975" name="Google Shape;1975;p10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-8603928">
            <a:off x="3243030" y="1613323"/>
            <a:ext cx="1302263" cy="898454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04"/>
          <p:cNvSpPr/>
          <p:nvPr/>
        </p:nvSpPr>
        <p:spPr>
          <a:xfrm rot="5400000">
            <a:off x="4704360" y="1623811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7" name="Google Shape;1977;p10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rot="5399986">
            <a:off x="4465739" y="3240231"/>
            <a:ext cx="1302262" cy="898453"/>
          </a:xfrm>
          <a:prstGeom prst="rect">
            <a:avLst/>
          </a:prstGeom>
          <a:noFill/>
          <a:ln>
            <a:noFill/>
          </a:ln>
        </p:spPr>
      </p:pic>
      <p:sp>
        <p:nvSpPr>
          <p:cNvPr id="1978" name="Google Shape;1978;p104"/>
          <p:cNvSpPr/>
          <p:nvPr/>
        </p:nvSpPr>
        <p:spPr>
          <a:xfrm rot="5400000">
            <a:off x="4704360" y="3060989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04"/>
          <p:cNvSpPr/>
          <p:nvPr/>
        </p:nvSpPr>
        <p:spPr>
          <a:xfrm rot="5400000">
            <a:off x="3261310" y="1623811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04"/>
          <p:cNvSpPr/>
          <p:nvPr/>
        </p:nvSpPr>
        <p:spPr>
          <a:xfrm rot="5400000">
            <a:off x="3261310" y="3060989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1" name="Google Shape;1981;p104"/>
          <p:cNvGrpSpPr/>
          <p:nvPr/>
        </p:nvGrpSpPr>
        <p:grpSpPr>
          <a:xfrm>
            <a:off x="3548904" y="3398590"/>
            <a:ext cx="566184" cy="565432"/>
            <a:chOff x="2380985" y="2173874"/>
            <a:chExt cx="385973" cy="385487"/>
          </a:xfrm>
        </p:grpSpPr>
        <p:sp>
          <p:nvSpPr>
            <p:cNvPr id="1982" name="Google Shape;1982;p104"/>
            <p:cNvSpPr/>
            <p:nvPr/>
          </p:nvSpPr>
          <p:spPr>
            <a:xfrm>
              <a:off x="2495697" y="2255147"/>
              <a:ext cx="156550" cy="139912"/>
            </a:xfrm>
            <a:custGeom>
              <a:rect b="b" l="l" r="r" t="t"/>
              <a:pathLst>
                <a:path extrusionOk="0" h="5180" w="5796">
                  <a:moveTo>
                    <a:pt x="3905" y="838"/>
                  </a:moveTo>
                  <a:cubicBezTo>
                    <a:pt x="4135" y="838"/>
                    <a:pt x="4364" y="924"/>
                    <a:pt x="4536" y="1095"/>
                  </a:cubicBezTo>
                  <a:cubicBezTo>
                    <a:pt x="4877" y="1455"/>
                    <a:pt x="4877" y="2012"/>
                    <a:pt x="4536" y="2372"/>
                  </a:cubicBezTo>
                  <a:lnTo>
                    <a:pt x="2897" y="3992"/>
                  </a:lnTo>
                  <a:lnTo>
                    <a:pt x="1260" y="2372"/>
                  </a:lnTo>
                  <a:cubicBezTo>
                    <a:pt x="918" y="2012"/>
                    <a:pt x="918" y="1455"/>
                    <a:pt x="1260" y="1095"/>
                  </a:cubicBezTo>
                  <a:cubicBezTo>
                    <a:pt x="1440" y="932"/>
                    <a:pt x="1674" y="843"/>
                    <a:pt x="1908" y="843"/>
                  </a:cubicBezTo>
                  <a:cubicBezTo>
                    <a:pt x="2124" y="843"/>
                    <a:pt x="2357" y="932"/>
                    <a:pt x="2537" y="1095"/>
                  </a:cubicBezTo>
                  <a:lnTo>
                    <a:pt x="2897" y="1472"/>
                  </a:lnTo>
                  <a:lnTo>
                    <a:pt x="3276" y="1095"/>
                  </a:lnTo>
                  <a:cubicBezTo>
                    <a:pt x="3447" y="924"/>
                    <a:pt x="3676" y="838"/>
                    <a:pt x="3905" y="838"/>
                  </a:cubicBezTo>
                  <a:close/>
                  <a:moveTo>
                    <a:pt x="1903" y="0"/>
                  </a:moveTo>
                  <a:cubicBezTo>
                    <a:pt x="1459" y="0"/>
                    <a:pt x="1016" y="169"/>
                    <a:pt x="684" y="500"/>
                  </a:cubicBezTo>
                  <a:cubicBezTo>
                    <a:pt x="1" y="1184"/>
                    <a:pt x="1" y="2283"/>
                    <a:pt x="684" y="2966"/>
                  </a:cubicBezTo>
                  <a:lnTo>
                    <a:pt x="2897" y="5179"/>
                  </a:lnTo>
                  <a:lnTo>
                    <a:pt x="5129" y="2966"/>
                  </a:lnTo>
                  <a:cubicBezTo>
                    <a:pt x="5795" y="2283"/>
                    <a:pt x="5795" y="1184"/>
                    <a:pt x="5129" y="500"/>
                  </a:cubicBezTo>
                  <a:cubicBezTo>
                    <a:pt x="4787" y="169"/>
                    <a:pt x="4345" y="0"/>
                    <a:pt x="3901" y="0"/>
                  </a:cubicBezTo>
                  <a:cubicBezTo>
                    <a:pt x="3551" y="0"/>
                    <a:pt x="3199" y="106"/>
                    <a:pt x="2897" y="320"/>
                  </a:cubicBezTo>
                  <a:cubicBezTo>
                    <a:pt x="2603" y="106"/>
                    <a:pt x="2253" y="0"/>
                    <a:pt x="1903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104"/>
            <p:cNvSpPr/>
            <p:nvPr/>
          </p:nvSpPr>
          <p:spPr>
            <a:xfrm>
              <a:off x="2446592" y="2173874"/>
              <a:ext cx="254272" cy="385487"/>
            </a:xfrm>
            <a:custGeom>
              <a:rect b="b" l="l" r="r" t="t"/>
              <a:pathLst>
                <a:path extrusionOk="0" h="14272" w="9414">
                  <a:moveTo>
                    <a:pt x="4770" y="829"/>
                  </a:moveTo>
                  <a:cubicBezTo>
                    <a:pt x="5795" y="846"/>
                    <a:pt x="6750" y="1242"/>
                    <a:pt x="7469" y="1980"/>
                  </a:cubicBezTo>
                  <a:cubicBezTo>
                    <a:pt x="8171" y="2700"/>
                    <a:pt x="8567" y="3672"/>
                    <a:pt x="8567" y="4680"/>
                  </a:cubicBezTo>
                  <a:cubicBezTo>
                    <a:pt x="8567" y="5561"/>
                    <a:pt x="8261" y="6443"/>
                    <a:pt x="7703" y="7127"/>
                  </a:cubicBezTo>
                  <a:cubicBezTo>
                    <a:pt x="7146" y="7792"/>
                    <a:pt x="6839" y="8656"/>
                    <a:pt x="6822" y="9539"/>
                  </a:cubicBezTo>
                  <a:lnTo>
                    <a:pt x="2628" y="9539"/>
                  </a:lnTo>
                  <a:cubicBezTo>
                    <a:pt x="2610" y="8656"/>
                    <a:pt x="2286" y="7792"/>
                    <a:pt x="1728" y="7109"/>
                  </a:cubicBezTo>
                  <a:cubicBezTo>
                    <a:pt x="1152" y="6389"/>
                    <a:pt x="847" y="5508"/>
                    <a:pt x="864" y="4589"/>
                  </a:cubicBezTo>
                  <a:cubicBezTo>
                    <a:pt x="919" y="2501"/>
                    <a:pt x="2646" y="829"/>
                    <a:pt x="4715" y="829"/>
                  </a:cubicBezTo>
                  <a:close/>
                  <a:moveTo>
                    <a:pt x="6822" y="10367"/>
                  </a:moveTo>
                  <a:lnTo>
                    <a:pt x="6822" y="11482"/>
                  </a:lnTo>
                  <a:lnTo>
                    <a:pt x="2628" y="11482"/>
                  </a:lnTo>
                  <a:lnTo>
                    <a:pt x="2628" y="10367"/>
                  </a:lnTo>
                  <a:close/>
                  <a:moveTo>
                    <a:pt x="5975" y="12328"/>
                  </a:moveTo>
                  <a:cubicBezTo>
                    <a:pt x="5903" y="12958"/>
                    <a:pt x="5363" y="13443"/>
                    <a:pt x="4715" y="13443"/>
                  </a:cubicBezTo>
                  <a:cubicBezTo>
                    <a:pt x="4067" y="13443"/>
                    <a:pt x="3546" y="12958"/>
                    <a:pt x="3474" y="12328"/>
                  </a:cubicBezTo>
                  <a:close/>
                  <a:moveTo>
                    <a:pt x="4721" y="0"/>
                  </a:moveTo>
                  <a:cubicBezTo>
                    <a:pt x="2178" y="0"/>
                    <a:pt x="90" y="2038"/>
                    <a:pt x="36" y="4572"/>
                  </a:cubicBezTo>
                  <a:cubicBezTo>
                    <a:pt x="0" y="5688"/>
                    <a:pt x="379" y="6767"/>
                    <a:pt x="1063" y="7631"/>
                  </a:cubicBezTo>
                  <a:cubicBezTo>
                    <a:pt x="1531" y="8207"/>
                    <a:pt x="1783" y="8908"/>
                    <a:pt x="1783" y="9628"/>
                  </a:cubicBezTo>
                  <a:lnTo>
                    <a:pt x="1783" y="12328"/>
                  </a:lnTo>
                  <a:lnTo>
                    <a:pt x="2628" y="12328"/>
                  </a:lnTo>
                  <a:cubicBezTo>
                    <a:pt x="2700" y="13407"/>
                    <a:pt x="3618" y="14271"/>
                    <a:pt x="4715" y="14271"/>
                  </a:cubicBezTo>
                  <a:cubicBezTo>
                    <a:pt x="5831" y="14271"/>
                    <a:pt x="6731" y="13407"/>
                    <a:pt x="6803" y="12328"/>
                  </a:cubicBezTo>
                  <a:lnTo>
                    <a:pt x="7649" y="12328"/>
                  </a:lnTo>
                  <a:lnTo>
                    <a:pt x="7649" y="9628"/>
                  </a:lnTo>
                  <a:cubicBezTo>
                    <a:pt x="7649" y="8908"/>
                    <a:pt x="7901" y="8207"/>
                    <a:pt x="8351" y="7648"/>
                  </a:cubicBezTo>
                  <a:cubicBezTo>
                    <a:pt x="9034" y="6821"/>
                    <a:pt x="9413" y="5760"/>
                    <a:pt x="9413" y="4680"/>
                  </a:cubicBezTo>
                  <a:cubicBezTo>
                    <a:pt x="9413" y="3437"/>
                    <a:pt x="8926" y="2268"/>
                    <a:pt x="8063" y="1386"/>
                  </a:cubicBezTo>
                  <a:cubicBezTo>
                    <a:pt x="7182" y="505"/>
                    <a:pt x="6011" y="1"/>
                    <a:pt x="4787" y="1"/>
                  </a:cubicBezTo>
                  <a:cubicBezTo>
                    <a:pt x="4765" y="0"/>
                    <a:pt x="4743" y="0"/>
                    <a:pt x="4721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104"/>
            <p:cNvSpPr/>
            <p:nvPr/>
          </p:nvSpPr>
          <p:spPr>
            <a:xfrm>
              <a:off x="2380985" y="2289072"/>
              <a:ext cx="43783" cy="22364"/>
            </a:xfrm>
            <a:custGeom>
              <a:rect b="b" l="l" r="r" t="t"/>
              <a:pathLst>
                <a:path extrusionOk="0" h="828" w="1621">
                  <a:moveTo>
                    <a:pt x="0" y="0"/>
                  </a:moveTo>
                  <a:lnTo>
                    <a:pt x="0" y="828"/>
                  </a:lnTo>
                  <a:lnTo>
                    <a:pt x="1620" y="828"/>
                  </a:lnTo>
                  <a:lnTo>
                    <a:pt x="1620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104"/>
            <p:cNvSpPr/>
            <p:nvPr/>
          </p:nvSpPr>
          <p:spPr>
            <a:xfrm>
              <a:off x="2401405" y="2365402"/>
              <a:ext cx="49104" cy="41325"/>
            </a:xfrm>
            <a:custGeom>
              <a:rect b="b" l="l" r="r" t="t"/>
              <a:pathLst>
                <a:path extrusionOk="0" h="1530" w="1818">
                  <a:moveTo>
                    <a:pt x="1404" y="0"/>
                  </a:moveTo>
                  <a:lnTo>
                    <a:pt x="0" y="809"/>
                  </a:lnTo>
                  <a:lnTo>
                    <a:pt x="413" y="1529"/>
                  </a:lnTo>
                  <a:lnTo>
                    <a:pt x="1817" y="720"/>
                  </a:lnTo>
                  <a:lnTo>
                    <a:pt x="1404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104"/>
            <p:cNvSpPr/>
            <p:nvPr/>
          </p:nvSpPr>
          <p:spPr>
            <a:xfrm>
              <a:off x="2697920" y="2365402"/>
              <a:ext cx="49104" cy="41325"/>
            </a:xfrm>
            <a:custGeom>
              <a:rect b="b" l="l" r="r" t="t"/>
              <a:pathLst>
                <a:path extrusionOk="0" h="1530" w="1818">
                  <a:moveTo>
                    <a:pt x="413" y="0"/>
                  </a:moveTo>
                  <a:lnTo>
                    <a:pt x="0" y="720"/>
                  </a:lnTo>
                  <a:lnTo>
                    <a:pt x="1385" y="1529"/>
                  </a:lnTo>
                  <a:lnTo>
                    <a:pt x="1817" y="809"/>
                  </a:lnTo>
                  <a:lnTo>
                    <a:pt x="413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104"/>
            <p:cNvSpPr/>
            <p:nvPr/>
          </p:nvSpPr>
          <p:spPr>
            <a:xfrm>
              <a:off x="2723661" y="2289072"/>
              <a:ext cx="43297" cy="22364"/>
            </a:xfrm>
            <a:custGeom>
              <a:rect b="b" l="l" r="r" t="t"/>
              <a:pathLst>
                <a:path extrusionOk="0" h="828" w="1603">
                  <a:moveTo>
                    <a:pt x="0" y="0"/>
                  </a:moveTo>
                  <a:lnTo>
                    <a:pt x="0" y="828"/>
                  </a:lnTo>
                  <a:lnTo>
                    <a:pt x="1603" y="828"/>
                  </a:lnTo>
                  <a:lnTo>
                    <a:pt x="1603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104"/>
            <p:cNvSpPr/>
            <p:nvPr/>
          </p:nvSpPr>
          <p:spPr>
            <a:xfrm>
              <a:off x="2697920" y="2194294"/>
              <a:ext cx="49104" cy="41325"/>
            </a:xfrm>
            <a:custGeom>
              <a:rect b="b" l="l" r="r" t="t"/>
              <a:pathLst>
                <a:path extrusionOk="0" h="1530" w="1818">
                  <a:moveTo>
                    <a:pt x="1385" y="1"/>
                  </a:moveTo>
                  <a:lnTo>
                    <a:pt x="0" y="792"/>
                  </a:lnTo>
                  <a:lnTo>
                    <a:pt x="413" y="1530"/>
                  </a:lnTo>
                  <a:lnTo>
                    <a:pt x="1817" y="720"/>
                  </a:lnTo>
                  <a:lnTo>
                    <a:pt x="1385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104"/>
            <p:cNvSpPr/>
            <p:nvPr/>
          </p:nvSpPr>
          <p:spPr>
            <a:xfrm>
              <a:off x="2401405" y="2194294"/>
              <a:ext cx="49104" cy="41325"/>
            </a:xfrm>
            <a:custGeom>
              <a:rect b="b" l="l" r="r" t="t"/>
              <a:pathLst>
                <a:path extrusionOk="0" h="1530" w="1818">
                  <a:moveTo>
                    <a:pt x="413" y="1"/>
                  </a:moveTo>
                  <a:lnTo>
                    <a:pt x="0" y="720"/>
                  </a:lnTo>
                  <a:lnTo>
                    <a:pt x="1404" y="1530"/>
                  </a:lnTo>
                  <a:lnTo>
                    <a:pt x="1817" y="792"/>
                  </a:lnTo>
                  <a:lnTo>
                    <a:pt x="413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0" name="Google Shape;1990;p104"/>
          <p:cNvGrpSpPr/>
          <p:nvPr/>
        </p:nvGrpSpPr>
        <p:grpSpPr>
          <a:xfrm>
            <a:off x="3569309" y="1921786"/>
            <a:ext cx="485387" cy="586094"/>
            <a:chOff x="3987000" y="1626057"/>
            <a:chExt cx="309183" cy="373332"/>
          </a:xfrm>
        </p:grpSpPr>
        <p:sp>
          <p:nvSpPr>
            <p:cNvPr id="1991" name="Google Shape;1991;p104"/>
            <p:cNvSpPr/>
            <p:nvPr/>
          </p:nvSpPr>
          <p:spPr>
            <a:xfrm>
              <a:off x="4073026" y="1669787"/>
              <a:ext cx="179400" cy="179427"/>
            </a:xfrm>
            <a:custGeom>
              <a:rect b="b" l="l" r="r" t="t"/>
              <a:pathLst>
                <a:path extrusionOk="0" h="6643" w="6642">
                  <a:moveTo>
                    <a:pt x="2268" y="1027"/>
                  </a:moveTo>
                  <a:cubicBezTo>
                    <a:pt x="2268" y="1063"/>
                    <a:pt x="2251" y="1099"/>
                    <a:pt x="2251" y="1135"/>
                  </a:cubicBezTo>
                  <a:cubicBezTo>
                    <a:pt x="2143" y="1423"/>
                    <a:pt x="2071" y="1747"/>
                    <a:pt x="2016" y="2107"/>
                  </a:cubicBezTo>
                  <a:lnTo>
                    <a:pt x="1116" y="2107"/>
                  </a:lnTo>
                  <a:cubicBezTo>
                    <a:pt x="1387" y="1639"/>
                    <a:pt x="1783" y="1260"/>
                    <a:pt x="2268" y="1027"/>
                  </a:cubicBezTo>
                  <a:close/>
                  <a:moveTo>
                    <a:pt x="3312" y="829"/>
                  </a:moveTo>
                  <a:cubicBezTo>
                    <a:pt x="3384" y="865"/>
                    <a:pt x="3528" y="1063"/>
                    <a:pt x="3654" y="1512"/>
                  </a:cubicBezTo>
                  <a:cubicBezTo>
                    <a:pt x="3708" y="1692"/>
                    <a:pt x="3744" y="1891"/>
                    <a:pt x="3779" y="2107"/>
                  </a:cubicBezTo>
                  <a:lnTo>
                    <a:pt x="2844" y="2107"/>
                  </a:lnTo>
                  <a:cubicBezTo>
                    <a:pt x="2880" y="1891"/>
                    <a:pt x="2916" y="1692"/>
                    <a:pt x="2970" y="1512"/>
                  </a:cubicBezTo>
                  <a:cubicBezTo>
                    <a:pt x="3096" y="1063"/>
                    <a:pt x="3258" y="865"/>
                    <a:pt x="3312" y="829"/>
                  </a:cubicBezTo>
                  <a:close/>
                  <a:moveTo>
                    <a:pt x="4355" y="1027"/>
                  </a:moveTo>
                  <a:lnTo>
                    <a:pt x="4355" y="1027"/>
                  </a:lnTo>
                  <a:cubicBezTo>
                    <a:pt x="4842" y="1260"/>
                    <a:pt x="5255" y="1639"/>
                    <a:pt x="5507" y="2107"/>
                  </a:cubicBezTo>
                  <a:lnTo>
                    <a:pt x="4607" y="2107"/>
                  </a:lnTo>
                  <a:cubicBezTo>
                    <a:pt x="4554" y="1747"/>
                    <a:pt x="4482" y="1423"/>
                    <a:pt x="4391" y="1135"/>
                  </a:cubicBezTo>
                  <a:cubicBezTo>
                    <a:pt x="4374" y="1099"/>
                    <a:pt x="4355" y="1063"/>
                    <a:pt x="4355" y="1027"/>
                  </a:cubicBezTo>
                  <a:close/>
                  <a:moveTo>
                    <a:pt x="1944" y="2916"/>
                  </a:moveTo>
                  <a:lnTo>
                    <a:pt x="1944" y="3312"/>
                  </a:lnTo>
                  <a:lnTo>
                    <a:pt x="1944" y="3727"/>
                  </a:lnTo>
                  <a:lnTo>
                    <a:pt x="828" y="3727"/>
                  </a:lnTo>
                  <a:cubicBezTo>
                    <a:pt x="811" y="3600"/>
                    <a:pt x="811" y="3456"/>
                    <a:pt x="811" y="3312"/>
                  </a:cubicBezTo>
                  <a:cubicBezTo>
                    <a:pt x="811" y="3187"/>
                    <a:pt x="811" y="3043"/>
                    <a:pt x="828" y="2916"/>
                  </a:cubicBezTo>
                  <a:close/>
                  <a:moveTo>
                    <a:pt x="3870" y="2916"/>
                  </a:moveTo>
                  <a:cubicBezTo>
                    <a:pt x="3870" y="3043"/>
                    <a:pt x="3887" y="3187"/>
                    <a:pt x="3887" y="3312"/>
                  </a:cubicBezTo>
                  <a:cubicBezTo>
                    <a:pt x="3887" y="3456"/>
                    <a:pt x="3870" y="3600"/>
                    <a:pt x="3870" y="3727"/>
                  </a:cubicBezTo>
                  <a:lnTo>
                    <a:pt x="2754" y="3727"/>
                  </a:lnTo>
                  <a:lnTo>
                    <a:pt x="2754" y="3312"/>
                  </a:lnTo>
                  <a:lnTo>
                    <a:pt x="2754" y="2916"/>
                  </a:lnTo>
                  <a:close/>
                  <a:moveTo>
                    <a:pt x="5795" y="2916"/>
                  </a:moveTo>
                  <a:cubicBezTo>
                    <a:pt x="5814" y="3043"/>
                    <a:pt x="5831" y="3187"/>
                    <a:pt x="5831" y="3312"/>
                  </a:cubicBezTo>
                  <a:cubicBezTo>
                    <a:pt x="5831" y="3456"/>
                    <a:pt x="5814" y="3600"/>
                    <a:pt x="5795" y="3727"/>
                  </a:cubicBezTo>
                  <a:lnTo>
                    <a:pt x="4679" y="3727"/>
                  </a:lnTo>
                  <a:cubicBezTo>
                    <a:pt x="4679" y="3600"/>
                    <a:pt x="4698" y="3456"/>
                    <a:pt x="4698" y="3312"/>
                  </a:cubicBezTo>
                  <a:cubicBezTo>
                    <a:pt x="4698" y="3187"/>
                    <a:pt x="4679" y="3043"/>
                    <a:pt x="4679" y="2916"/>
                  </a:cubicBezTo>
                  <a:close/>
                  <a:moveTo>
                    <a:pt x="2016" y="4536"/>
                  </a:moveTo>
                  <a:cubicBezTo>
                    <a:pt x="2071" y="4896"/>
                    <a:pt x="2143" y="5220"/>
                    <a:pt x="2251" y="5508"/>
                  </a:cubicBezTo>
                  <a:cubicBezTo>
                    <a:pt x="2251" y="5544"/>
                    <a:pt x="2268" y="5580"/>
                    <a:pt x="2268" y="5598"/>
                  </a:cubicBezTo>
                  <a:cubicBezTo>
                    <a:pt x="1783" y="5382"/>
                    <a:pt x="1387" y="5004"/>
                    <a:pt x="1116" y="4536"/>
                  </a:cubicBezTo>
                  <a:close/>
                  <a:moveTo>
                    <a:pt x="5507" y="4536"/>
                  </a:moveTo>
                  <a:cubicBezTo>
                    <a:pt x="5255" y="5004"/>
                    <a:pt x="4842" y="5382"/>
                    <a:pt x="4355" y="5598"/>
                  </a:cubicBezTo>
                  <a:cubicBezTo>
                    <a:pt x="4355" y="5580"/>
                    <a:pt x="4374" y="5544"/>
                    <a:pt x="4391" y="5508"/>
                  </a:cubicBezTo>
                  <a:cubicBezTo>
                    <a:pt x="4482" y="5220"/>
                    <a:pt x="4554" y="4896"/>
                    <a:pt x="4607" y="4536"/>
                  </a:cubicBezTo>
                  <a:close/>
                  <a:moveTo>
                    <a:pt x="3779" y="4536"/>
                  </a:moveTo>
                  <a:cubicBezTo>
                    <a:pt x="3744" y="4752"/>
                    <a:pt x="3708" y="4950"/>
                    <a:pt x="3654" y="5130"/>
                  </a:cubicBezTo>
                  <a:cubicBezTo>
                    <a:pt x="3528" y="5580"/>
                    <a:pt x="3384" y="5760"/>
                    <a:pt x="3312" y="5814"/>
                  </a:cubicBezTo>
                  <a:cubicBezTo>
                    <a:pt x="3258" y="5760"/>
                    <a:pt x="3096" y="5580"/>
                    <a:pt x="2970" y="5130"/>
                  </a:cubicBezTo>
                  <a:cubicBezTo>
                    <a:pt x="2916" y="4950"/>
                    <a:pt x="2880" y="4752"/>
                    <a:pt x="2844" y="4536"/>
                  </a:cubicBezTo>
                  <a:close/>
                  <a:moveTo>
                    <a:pt x="3312" y="1"/>
                  </a:moveTo>
                  <a:cubicBezTo>
                    <a:pt x="1476" y="1"/>
                    <a:pt x="0" y="1495"/>
                    <a:pt x="0" y="3312"/>
                  </a:cubicBezTo>
                  <a:cubicBezTo>
                    <a:pt x="0" y="5148"/>
                    <a:pt x="1476" y="6642"/>
                    <a:pt x="3312" y="6642"/>
                  </a:cubicBezTo>
                  <a:cubicBezTo>
                    <a:pt x="5147" y="6642"/>
                    <a:pt x="6642" y="5148"/>
                    <a:pt x="6642" y="3312"/>
                  </a:cubicBezTo>
                  <a:cubicBezTo>
                    <a:pt x="6642" y="1495"/>
                    <a:pt x="5147" y="1"/>
                    <a:pt x="3312" y="1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104"/>
            <p:cNvSpPr/>
            <p:nvPr/>
          </p:nvSpPr>
          <p:spPr>
            <a:xfrm>
              <a:off x="3987000" y="1626057"/>
              <a:ext cx="309183" cy="373332"/>
            </a:xfrm>
            <a:custGeom>
              <a:rect b="b" l="l" r="r" t="t"/>
              <a:pathLst>
                <a:path extrusionOk="0" h="13822" w="11447">
                  <a:moveTo>
                    <a:pt x="6497" y="811"/>
                  </a:moveTo>
                  <a:cubicBezTo>
                    <a:pt x="8783" y="811"/>
                    <a:pt x="10636" y="2663"/>
                    <a:pt x="10636" y="4931"/>
                  </a:cubicBezTo>
                  <a:cubicBezTo>
                    <a:pt x="10636" y="6030"/>
                    <a:pt x="10204" y="7055"/>
                    <a:pt x="9448" y="7829"/>
                  </a:cubicBezTo>
                  <a:lnTo>
                    <a:pt x="9340" y="7937"/>
                  </a:lnTo>
                  <a:lnTo>
                    <a:pt x="9340" y="13012"/>
                  </a:lnTo>
                  <a:lnTo>
                    <a:pt x="3653" y="13012"/>
                  </a:lnTo>
                  <a:lnTo>
                    <a:pt x="3653" y="10637"/>
                  </a:lnTo>
                  <a:lnTo>
                    <a:pt x="2376" y="10637"/>
                  </a:lnTo>
                  <a:lnTo>
                    <a:pt x="2376" y="8386"/>
                  </a:lnTo>
                  <a:lnTo>
                    <a:pt x="1134" y="7954"/>
                  </a:lnTo>
                  <a:lnTo>
                    <a:pt x="2376" y="5579"/>
                  </a:lnTo>
                  <a:lnTo>
                    <a:pt x="2376" y="4931"/>
                  </a:lnTo>
                  <a:cubicBezTo>
                    <a:pt x="2376" y="2663"/>
                    <a:pt x="4229" y="811"/>
                    <a:pt x="6497" y="811"/>
                  </a:cubicBezTo>
                  <a:close/>
                  <a:moveTo>
                    <a:pt x="6497" y="0"/>
                  </a:moveTo>
                  <a:cubicBezTo>
                    <a:pt x="3780" y="0"/>
                    <a:pt x="1566" y="2214"/>
                    <a:pt x="1566" y="4931"/>
                  </a:cubicBezTo>
                  <a:lnTo>
                    <a:pt x="1566" y="5382"/>
                  </a:lnTo>
                  <a:lnTo>
                    <a:pt x="1" y="8405"/>
                  </a:lnTo>
                  <a:lnTo>
                    <a:pt x="1566" y="8962"/>
                  </a:lnTo>
                  <a:lnTo>
                    <a:pt x="1566" y="11446"/>
                  </a:lnTo>
                  <a:lnTo>
                    <a:pt x="2844" y="11446"/>
                  </a:lnTo>
                  <a:lnTo>
                    <a:pt x="2844" y="13821"/>
                  </a:lnTo>
                  <a:lnTo>
                    <a:pt x="10151" y="13821"/>
                  </a:lnTo>
                  <a:lnTo>
                    <a:pt x="10151" y="8278"/>
                  </a:lnTo>
                  <a:cubicBezTo>
                    <a:pt x="10978" y="7361"/>
                    <a:pt x="11446" y="6173"/>
                    <a:pt x="11446" y="4931"/>
                  </a:cubicBezTo>
                  <a:cubicBezTo>
                    <a:pt x="11446" y="2214"/>
                    <a:pt x="9232" y="0"/>
                    <a:pt x="6497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3" name="Google Shape;1993;p104"/>
          <p:cNvSpPr/>
          <p:nvPr/>
        </p:nvSpPr>
        <p:spPr>
          <a:xfrm>
            <a:off x="5011638" y="1926825"/>
            <a:ext cx="566193" cy="576256"/>
          </a:xfrm>
          <a:custGeom>
            <a:rect b="b" l="l" r="r" t="t"/>
            <a:pathLst>
              <a:path extrusionOk="0" h="13300" w="13067">
                <a:moveTo>
                  <a:pt x="6533" y="774"/>
                </a:moveTo>
                <a:cubicBezTo>
                  <a:pt x="6767" y="774"/>
                  <a:pt x="6965" y="972"/>
                  <a:pt x="6965" y="1206"/>
                </a:cubicBezTo>
                <a:cubicBezTo>
                  <a:pt x="6965" y="1458"/>
                  <a:pt x="6767" y="1638"/>
                  <a:pt x="6533" y="1638"/>
                </a:cubicBezTo>
                <a:cubicBezTo>
                  <a:pt x="6281" y="1638"/>
                  <a:pt x="6101" y="1458"/>
                  <a:pt x="6101" y="1206"/>
                </a:cubicBezTo>
                <a:cubicBezTo>
                  <a:pt x="6101" y="972"/>
                  <a:pt x="6281" y="774"/>
                  <a:pt x="6533" y="774"/>
                </a:cubicBezTo>
                <a:close/>
                <a:moveTo>
                  <a:pt x="3329" y="1818"/>
                </a:moveTo>
                <a:cubicBezTo>
                  <a:pt x="3473" y="1818"/>
                  <a:pt x="3600" y="1872"/>
                  <a:pt x="3689" y="1998"/>
                </a:cubicBezTo>
                <a:cubicBezTo>
                  <a:pt x="3833" y="2178"/>
                  <a:pt x="3780" y="2465"/>
                  <a:pt x="3581" y="2609"/>
                </a:cubicBezTo>
                <a:cubicBezTo>
                  <a:pt x="3508" y="2654"/>
                  <a:pt x="3423" y="2686"/>
                  <a:pt x="3325" y="2686"/>
                </a:cubicBezTo>
                <a:cubicBezTo>
                  <a:pt x="3303" y="2686"/>
                  <a:pt x="3280" y="2685"/>
                  <a:pt x="3257" y="2681"/>
                </a:cubicBezTo>
                <a:cubicBezTo>
                  <a:pt x="3149" y="2664"/>
                  <a:pt x="3041" y="2592"/>
                  <a:pt x="2988" y="2501"/>
                </a:cubicBezTo>
                <a:cubicBezTo>
                  <a:pt x="2844" y="2304"/>
                  <a:pt x="2880" y="2034"/>
                  <a:pt x="3077" y="1890"/>
                </a:cubicBezTo>
                <a:cubicBezTo>
                  <a:pt x="3149" y="1836"/>
                  <a:pt x="3240" y="1818"/>
                  <a:pt x="3329" y="1818"/>
                </a:cubicBezTo>
                <a:close/>
                <a:moveTo>
                  <a:pt x="9740" y="1808"/>
                </a:moveTo>
                <a:cubicBezTo>
                  <a:pt x="9826" y="1808"/>
                  <a:pt x="9912" y="1834"/>
                  <a:pt x="9988" y="1890"/>
                </a:cubicBezTo>
                <a:cubicBezTo>
                  <a:pt x="10187" y="2034"/>
                  <a:pt x="10223" y="2304"/>
                  <a:pt x="10079" y="2501"/>
                </a:cubicBezTo>
                <a:cubicBezTo>
                  <a:pt x="10007" y="2592"/>
                  <a:pt x="9916" y="2664"/>
                  <a:pt x="9791" y="2681"/>
                </a:cubicBezTo>
                <a:cubicBezTo>
                  <a:pt x="9771" y="2685"/>
                  <a:pt x="9751" y="2686"/>
                  <a:pt x="9730" y="2686"/>
                </a:cubicBezTo>
                <a:cubicBezTo>
                  <a:pt x="9638" y="2686"/>
                  <a:pt x="9540" y="2654"/>
                  <a:pt x="9467" y="2609"/>
                </a:cubicBezTo>
                <a:cubicBezTo>
                  <a:pt x="9268" y="2465"/>
                  <a:pt x="9232" y="2178"/>
                  <a:pt x="9376" y="1998"/>
                </a:cubicBezTo>
                <a:cubicBezTo>
                  <a:pt x="9465" y="1876"/>
                  <a:pt x="9602" y="1808"/>
                  <a:pt x="9740" y="1808"/>
                </a:cubicBezTo>
                <a:close/>
                <a:moveTo>
                  <a:pt x="1341" y="4528"/>
                </a:moveTo>
                <a:cubicBezTo>
                  <a:pt x="1393" y="4528"/>
                  <a:pt x="1445" y="4537"/>
                  <a:pt x="1494" y="4553"/>
                </a:cubicBezTo>
                <a:cubicBezTo>
                  <a:pt x="1602" y="4589"/>
                  <a:pt x="1692" y="4661"/>
                  <a:pt x="1746" y="4769"/>
                </a:cubicBezTo>
                <a:cubicBezTo>
                  <a:pt x="1800" y="4877"/>
                  <a:pt x="1818" y="4985"/>
                  <a:pt x="1782" y="5093"/>
                </a:cubicBezTo>
                <a:cubicBezTo>
                  <a:pt x="1746" y="5220"/>
                  <a:pt x="1656" y="5309"/>
                  <a:pt x="1548" y="5364"/>
                </a:cubicBezTo>
                <a:cubicBezTo>
                  <a:pt x="1499" y="5393"/>
                  <a:pt x="1438" y="5406"/>
                  <a:pt x="1376" y="5406"/>
                </a:cubicBezTo>
                <a:cubicBezTo>
                  <a:pt x="1325" y="5406"/>
                  <a:pt x="1273" y="5397"/>
                  <a:pt x="1224" y="5381"/>
                </a:cubicBezTo>
                <a:cubicBezTo>
                  <a:pt x="990" y="5309"/>
                  <a:pt x="864" y="5057"/>
                  <a:pt x="936" y="4824"/>
                </a:cubicBezTo>
                <a:cubicBezTo>
                  <a:pt x="972" y="4716"/>
                  <a:pt x="1062" y="4625"/>
                  <a:pt x="1152" y="4572"/>
                </a:cubicBezTo>
                <a:cubicBezTo>
                  <a:pt x="1212" y="4542"/>
                  <a:pt x="1277" y="4528"/>
                  <a:pt x="1341" y="4528"/>
                </a:cubicBezTo>
                <a:close/>
                <a:moveTo>
                  <a:pt x="11698" y="4536"/>
                </a:moveTo>
                <a:cubicBezTo>
                  <a:pt x="11770" y="4536"/>
                  <a:pt x="11842" y="4553"/>
                  <a:pt x="11896" y="4572"/>
                </a:cubicBezTo>
                <a:cubicBezTo>
                  <a:pt x="12004" y="4625"/>
                  <a:pt x="12076" y="4716"/>
                  <a:pt x="12111" y="4824"/>
                </a:cubicBezTo>
                <a:cubicBezTo>
                  <a:pt x="12183" y="5057"/>
                  <a:pt x="12058" y="5309"/>
                  <a:pt x="11842" y="5381"/>
                </a:cubicBezTo>
                <a:cubicBezTo>
                  <a:pt x="11794" y="5397"/>
                  <a:pt x="11741" y="5406"/>
                  <a:pt x="11688" y="5406"/>
                </a:cubicBezTo>
                <a:cubicBezTo>
                  <a:pt x="11624" y="5406"/>
                  <a:pt x="11559" y="5393"/>
                  <a:pt x="11500" y="5364"/>
                </a:cubicBezTo>
                <a:cubicBezTo>
                  <a:pt x="11392" y="5309"/>
                  <a:pt x="11320" y="5220"/>
                  <a:pt x="11284" y="5093"/>
                </a:cubicBezTo>
                <a:cubicBezTo>
                  <a:pt x="11248" y="4985"/>
                  <a:pt x="11266" y="4877"/>
                  <a:pt x="11320" y="4769"/>
                </a:cubicBezTo>
                <a:cubicBezTo>
                  <a:pt x="11374" y="4661"/>
                  <a:pt x="11464" y="4589"/>
                  <a:pt x="11572" y="4553"/>
                </a:cubicBezTo>
                <a:cubicBezTo>
                  <a:pt x="11608" y="4536"/>
                  <a:pt x="11662" y="4536"/>
                  <a:pt x="11698" y="4536"/>
                </a:cubicBezTo>
                <a:close/>
                <a:moveTo>
                  <a:pt x="6533" y="5544"/>
                </a:moveTo>
                <a:cubicBezTo>
                  <a:pt x="6893" y="5544"/>
                  <a:pt x="7180" y="5832"/>
                  <a:pt x="7180" y="6191"/>
                </a:cubicBezTo>
                <a:cubicBezTo>
                  <a:pt x="7180" y="6551"/>
                  <a:pt x="6893" y="6857"/>
                  <a:pt x="6533" y="6857"/>
                </a:cubicBezTo>
                <a:cubicBezTo>
                  <a:pt x="6173" y="6857"/>
                  <a:pt x="5885" y="6551"/>
                  <a:pt x="5885" y="6191"/>
                </a:cubicBezTo>
                <a:cubicBezTo>
                  <a:pt x="5885" y="5832"/>
                  <a:pt x="6173" y="5544"/>
                  <a:pt x="6533" y="5544"/>
                </a:cubicBezTo>
                <a:close/>
                <a:moveTo>
                  <a:pt x="6533" y="3996"/>
                </a:moveTo>
                <a:cubicBezTo>
                  <a:pt x="7991" y="3996"/>
                  <a:pt x="9196" y="5184"/>
                  <a:pt x="9196" y="6641"/>
                </a:cubicBezTo>
                <a:cubicBezTo>
                  <a:pt x="9196" y="7360"/>
                  <a:pt x="8908" y="8008"/>
                  <a:pt x="8459" y="8476"/>
                </a:cubicBezTo>
                <a:cubicBezTo>
                  <a:pt x="8368" y="7936"/>
                  <a:pt x="8044" y="7451"/>
                  <a:pt x="7595" y="7163"/>
                </a:cubicBezTo>
                <a:cubicBezTo>
                  <a:pt x="7811" y="6911"/>
                  <a:pt x="7955" y="6569"/>
                  <a:pt x="7955" y="6191"/>
                </a:cubicBezTo>
                <a:cubicBezTo>
                  <a:pt x="7955" y="5417"/>
                  <a:pt x="7324" y="4769"/>
                  <a:pt x="6533" y="4769"/>
                </a:cubicBezTo>
                <a:cubicBezTo>
                  <a:pt x="5741" y="4769"/>
                  <a:pt x="5093" y="5417"/>
                  <a:pt x="5093" y="6191"/>
                </a:cubicBezTo>
                <a:cubicBezTo>
                  <a:pt x="5093" y="6569"/>
                  <a:pt x="5237" y="6911"/>
                  <a:pt x="5472" y="7163"/>
                </a:cubicBezTo>
                <a:cubicBezTo>
                  <a:pt x="5021" y="7451"/>
                  <a:pt x="4697" y="7936"/>
                  <a:pt x="4608" y="8476"/>
                </a:cubicBezTo>
                <a:cubicBezTo>
                  <a:pt x="4157" y="8008"/>
                  <a:pt x="3869" y="7360"/>
                  <a:pt x="3869" y="6641"/>
                </a:cubicBezTo>
                <a:cubicBezTo>
                  <a:pt x="3869" y="5184"/>
                  <a:pt x="5057" y="3996"/>
                  <a:pt x="6533" y="3996"/>
                </a:cubicBezTo>
                <a:close/>
                <a:moveTo>
                  <a:pt x="1350" y="7883"/>
                </a:moveTo>
                <a:cubicBezTo>
                  <a:pt x="1422" y="7883"/>
                  <a:pt x="1494" y="7900"/>
                  <a:pt x="1548" y="7936"/>
                </a:cubicBezTo>
                <a:cubicBezTo>
                  <a:pt x="1656" y="7991"/>
                  <a:pt x="1746" y="8080"/>
                  <a:pt x="1782" y="8188"/>
                </a:cubicBezTo>
                <a:cubicBezTo>
                  <a:pt x="1818" y="8296"/>
                  <a:pt x="1800" y="8423"/>
                  <a:pt x="1746" y="8531"/>
                </a:cubicBezTo>
                <a:cubicBezTo>
                  <a:pt x="1692" y="8639"/>
                  <a:pt x="1602" y="8711"/>
                  <a:pt x="1494" y="8747"/>
                </a:cubicBezTo>
                <a:cubicBezTo>
                  <a:pt x="1456" y="8760"/>
                  <a:pt x="1416" y="8765"/>
                  <a:pt x="1375" y="8765"/>
                </a:cubicBezTo>
                <a:cubicBezTo>
                  <a:pt x="1300" y="8765"/>
                  <a:pt x="1222" y="8745"/>
                  <a:pt x="1152" y="8711"/>
                </a:cubicBezTo>
                <a:cubicBezTo>
                  <a:pt x="1062" y="8656"/>
                  <a:pt x="972" y="8567"/>
                  <a:pt x="936" y="8459"/>
                </a:cubicBezTo>
                <a:cubicBezTo>
                  <a:pt x="864" y="8243"/>
                  <a:pt x="990" y="7991"/>
                  <a:pt x="1224" y="7919"/>
                </a:cubicBezTo>
                <a:cubicBezTo>
                  <a:pt x="1260" y="7900"/>
                  <a:pt x="1314" y="7883"/>
                  <a:pt x="1350" y="7883"/>
                </a:cubicBezTo>
                <a:close/>
                <a:moveTo>
                  <a:pt x="11698" y="7883"/>
                </a:moveTo>
                <a:cubicBezTo>
                  <a:pt x="11752" y="7883"/>
                  <a:pt x="11788" y="7900"/>
                  <a:pt x="11842" y="7919"/>
                </a:cubicBezTo>
                <a:cubicBezTo>
                  <a:pt x="12058" y="7991"/>
                  <a:pt x="12183" y="8243"/>
                  <a:pt x="12111" y="8459"/>
                </a:cubicBezTo>
                <a:cubicBezTo>
                  <a:pt x="12076" y="8567"/>
                  <a:pt x="12004" y="8656"/>
                  <a:pt x="11896" y="8711"/>
                </a:cubicBezTo>
                <a:cubicBezTo>
                  <a:pt x="11838" y="8745"/>
                  <a:pt x="11764" y="8765"/>
                  <a:pt x="11690" y="8765"/>
                </a:cubicBezTo>
                <a:cubicBezTo>
                  <a:pt x="11650" y="8765"/>
                  <a:pt x="11610" y="8760"/>
                  <a:pt x="11572" y="8747"/>
                </a:cubicBezTo>
                <a:cubicBezTo>
                  <a:pt x="11464" y="8711"/>
                  <a:pt x="11374" y="8639"/>
                  <a:pt x="11320" y="8531"/>
                </a:cubicBezTo>
                <a:cubicBezTo>
                  <a:pt x="11266" y="8423"/>
                  <a:pt x="11248" y="8296"/>
                  <a:pt x="11284" y="8188"/>
                </a:cubicBezTo>
                <a:cubicBezTo>
                  <a:pt x="11320" y="8080"/>
                  <a:pt x="11392" y="7991"/>
                  <a:pt x="11500" y="7936"/>
                </a:cubicBezTo>
                <a:cubicBezTo>
                  <a:pt x="11572" y="7900"/>
                  <a:pt x="11626" y="7883"/>
                  <a:pt x="11698" y="7883"/>
                </a:cubicBezTo>
                <a:close/>
                <a:moveTo>
                  <a:pt x="6533" y="7631"/>
                </a:moveTo>
                <a:cubicBezTo>
                  <a:pt x="7180" y="7631"/>
                  <a:pt x="7703" y="8152"/>
                  <a:pt x="7703" y="8800"/>
                </a:cubicBezTo>
                <a:lnTo>
                  <a:pt x="7703" y="9035"/>
                </a:lnTo>
                <a:cubicBezTo>
                  <a:pt x="7343" y="9215"/>
                  <a:pt x="6947" y="9304"/>
                  <a:pt x="6533" y="9304"/>
                </a:cubicBezTo>
                <a:cubicBezTo>
                  <a:pt x="6119" y="9304"/>
                  <a:pt x="5705" y="9215"/>
                  <a:pt x="5364" y="9035"/>
                </a:cubicBezTo>
                <a:lnTo>
                  <a:pt x="5364" y="8800"/>
                </a:lnTo>
                <a:cubicBezTo>
                  <a:pt x="5364" y="8152"/>
                  <a:pt x="5885" y="7631"/>
                  <a:pt x="6533" y="7631"/>
                </a:cubicBezTo>
                <a:close/>
                <a:moveTo>
                  <a:pt x="3329" y="10619"/>
                </a:moveTo>
                <a:cubicBezTo>
                  <a:pt x="3420" y="10619"/>
                  <a:pt x="3509" y="10636"/>
                  <a:pt x="3581" y="10691"/>
                </a:cubicBezTo>
                <a:cubicBezTo>
                  <a:pt x="3780" y="10835"/>
                  <a:pt x="3833" y="11104"/>
                  <a:pt x="3689" y="11302"/>
                </a:cubicBezTo>
                <a:cubicBezTo>
                  <a:pt x="3604" y="11419"/>
                  <a:pt x="3475" y="11479"/>
                  <a:pt x="3343" y="11479"/>
                </a:cubicBezTo>
                <a:cubicBezTo>
                  <a:pt x="3251" y="11479"/>
                  <a:pt x="3158" y="11451"/>
                  <a:pt x="3077" y="11392"/>
                </a:cubicBezTo>
                <a:cubicBezTo>
                  <a:pt x="2880" y="11266"/>
                  <a:pt x="2844" y="10978"/>
                  <a:pt x="2988" y="10799"/>
                </a:cubicBezTo>
                <a:cubicBezTo>
                  <a:pt x="3041" y="10691"/>
                  <a:pt x="3149" y="10636"/>
                  <a:pt x="3257" y="10619"/>
                </a:cubicBezTo>
                <a:close/>
                <a:moveTo>
                  <a:pt x="9791" y="10619"/>
                </a:moveTo>
                <a:cubicBezTo>
                  <a:pt x="9916" y="10636"/>
                  <a:pt x="10007" y="10691"/>
                  <a:pt x="10079" y="10799"/>
                </a:cubicBezTo>
                <a:cubicBezTo>
                  <a:pt x="10223" y="10978"/>
                  <a:pt x="10187" y="11266"/>
                  <a:pt x="9988" y="11392"/>
                </a:cubicBezTo>
                <a:cubicBezTo>
                  <a:pt x="9907" y="11451"/>
                  <a:pt x="9814" y="11479"/>
                  <a:pt x="9723" y="11479"/>
                </a:cubicBezTo>
                <a:cubicBezTo>
                  <a:pt x="9591" y="11479"/>
                  <a:pt x="9461" y="11419"/>
                  <a:pt x="9376" y="11302"/>
                </a:cubicBezTo>
                <a:cubicBezTo>
                  <a:pt x="9232" y="11104"/>
                  <a:pt x="9268" y="10835"/>
                  <a:pt x="9467" y="10691"/>
                </a:cubicBezTo>
                <a:cubicBezTo>
                  <a:pt x="9539" y="10636"/>
                  <a:pt x="9628" y="10619"/>
                  <a:pt x="9719" y="10619"/>
                </a:cubicBezTo>
                <a:close/>
                <a:moveTo>
                  <a:pt x="6533" y="11644"/>
                </a:moveTo>
                <a:cubicBezTo>
                  <a:pt x="6767" y="11644"/>
                  <a:pt x="6965" y="11842"/>
                  <a:pt x="6965" y="12094"/>
                </a:cubicBezTo>
                <a:cubicBezTo>
                  <a:pt x="6965" y="12328"/>
                  <a:pt x="6767" y="12526"/>
                  <a:pt x="6533" y="12526"/>
                </a:cubicBezTo>
                <a:cubicBezTo>
                  <a:pt x="6281" y="12526"/>
                  <a:pt x="6101" y="12328"/>
                  <a:pt x="6101" y="12094"/>
                </a:cubicBezTo>
                <a:cubicBezTo>
                  <a:pt x="6101" y="11842"/>
                  <a:pt x="6281" y="11644"/>
                  <a:pt x="6533" y="11644"/>
                </a:cubicBezTo>
                <a:close/>
                <a:moveTo>
                  <a:pt x="6533" y="1"/>
                </a:moveTo>
                <a:cubicBezTo>
                  <a:pt x="5867" y="1"/>
                  <a:pt x="5309" y="541"/>
                  <a:pt x="5309" y="1206"/>
                </a:cubicBezTo>
                <a:cubicBezTo>
                  <a:pt x="5309" y="1746"/>
                  <a:pt x="5669" y="2196"/>
                  <a:pt x="6137" y="2357"/>
                </a:cubicBezTo>
                <a:lnTo>
                  <a:pt x="6137" y="3221"/>
                </a:lnTo>
                <a:cubicBezTo>
                  <a:pt x="5669" y="3276"/>
                  <a:pt x="5237" y="3437"/>
                  <a:pt x="4841" y="3653"/>
                </a:cubicBezTo>
                <a:lnTo>
                  <a:pt x="4320" y="2952"/>
                </a:lnTo>
                <a:cubicBezTo>
                  <a:pt x="4625" y="2537"/>
                  <a:pt x="4625" y="1962"/>
                  <a:pt x="4320" y="1530"/>
                </a:cubicBezTo>
                <a:cubicBezTo>
                  <a:pt x="4081" y="1203"/>
                  <a:pt x="3710" y="1029"/>
                  <a:pt x="3335" y="1029"/>
                </a:cubicBezTo>
                <a:cubicBezTo>
                  <a:pt x="3089" y="1029"/>
                  <a:pt x="2842" y="1104"/>
                  <a:pt x="2628" y="1260"/>
                </a:cubicBezTo>
                <a:cubicBezTo>
                  <a:pt x="2069" y="1656"/>
                  <a:pt x="1962" y="2412"/>
                  <a:pt x="2357" y="2969"/>
                </a:cubicBezTo>
                <a:cubicBezTo>
                  <a:pt x="2537" y="3221"/>
                  <a:pt x="2825" y="3401"/>
                  <a:pt x="3149" y="3456"/>
                </a:cubicBezTo>
                <a:lnTo>
                  <a:pt x="3329" y="3456"/>
                </a:lnTo>
                <a:cubicBezTo>
                  <a:pt x="3456" y="3456"/>
                  <a:pt x="3581" y="3437"/>
                  <a:pt x="3689" y="3401"/>
                </a:cubicBezTo>
                <a:lnTo>
                  <a:pt x="4212" y="4104"/>
                </a:lnTo>
                <a:cubicBezTo>
                  <a:pt x="3869" y="4428"/>
                  <a:pt x="3600" y="4805"/>
                  <a:pt x="3401" y="5220"/>
                </a:cubicBezTo>
                <a:lnTo>
                  <a:pt x="2573" y="4949"/>
                </a:lnTo>
                <a:cubicBezTo>
                  <a:pt x="2573" y="4769"/>
                  <a:pt x="2520" y="4589"/>
                  <a:pt x="2448" y="4409"/>
                </a:cubicBezTo>
                <a:cubicBezTo>
                  <a:pt x="2285" y="4121"/>
                  <a:pt x="2052" y="3905"/>
                  <a:pt x="1728" y="3816"/>
                </a:cubicBezTo>
                <a:cubicBezTo>
                  <a:pt x="1607" y="3773"/>
                  <a:pt x="1484" y="3753"/>
                  <a:pt x="1361" y="3753"/>
                </a:cubicBezTo>
                <a:cubicBezTo>
                  <a:pt x="1172" y="3753"/>
                  <a:pt x="984" y="3801"/>
                  <a:pt x="810" y="3888"/>
                </a:cubicBezTo>
                <a:cubicBezTo>
                  <a:pt x="522" y="4032"/>
                  <a:pt x="306" y="4284"/>
                  <a:pt x="198" y="4589"/>
                </a:cubicBezTo>
                <a:cubicBezTo>
                  <a:pt x="1" y="5237"/>
                  <a:pt x="342" y="5921"/>
                  <a:pt x="990" y="6119"/>
                </a:cubicBezTo>
                <a:cubicBezTo>
                  <a:pt x="1098" y="6155"/>
                  <a:pt x="1242" y="6191"/>
                  <a:pt x="1368" y="6191"/>
                </a:cubicBezTo>
                <a:cubicBezTo>
                  <a:pt x="1548" y="6191"/>
                  <a:pt x="1746" y="6137"/>
                  <a:pt x="1908" y="6047"/>
                </a:cubicBezTo>
                <a:cubicBezTo>
                  <a:pt x="2088" y="5957"/>
                  <a:pt x="2232" y="5849"/>
                  <a:pt x="2340" y="5688"/>
                </a:cubicBezTo>
                <a:lnTo>
                  <a:pt x="3149" y="5957"/>
                </a:lnTo>
                <a:cubicBezTo>
                  <a:pt x="3113" y="6191"/>
                  <a:pt x="3096" y="6407"/>
                  <a:pt x="3096" y="6641"/>
                </a:cubicBezTo>
                <a:cubicBezTo>
                  <a:pt x="3096" y="6875"/>
                  <a:pt x="3113" y="7109"/>
                  <a:pt x="3149" y="7325"/>
                </a:cubicBezTo>
                <a:lnTo>
                  <a:pt x="2340" y="7595"/>
                </a:lnTo>
                <a:cubicBezTo>
                  <a:pt x="2232" y="7451"/>
                  <a:pt x="2088" y="7325"/>
                  <a:pt x="1908" y="7253"/>
                </a:cubicBezTo>
                <a:cubicBezTo>
                  <a:pt x="1733" y="7154"/>
                  <a:pt x="1544" y="7109"/>
                  <a:pt x="1354" y="7109"/>
                </a:cubicBezTo>
                <a:cubicBezTo>
                  <a:pt x="1232" y="7109"/>
                  <a:pt x="1110" y="7128"/>
                  <a:pt x="990" y="7163"/>
                </a:cubicBezTo>
                <a:cubicBezTo>
                  <a:pt x="342" y="7379"/>
                  <a:pt x="1" y="8063"/>
                  <a:pt x="198" y="8711"/>
                </a:cubicBezTo>
                <a:cubicBezTo>
                  <a:pt x="306" y="9016"/>
                  <a:pt x="522" y="9268"/>
                  <a:pt x="810" y="9412"/>
                </a:cubicBezTo>
                <a:cubicBezTo>
                  <a:pt x="972" y="9503"/>
                  <a:pt x="1170" y="9539"/>
                  <a:pt x="1350" y="9539"/>
                </a:cubicBezTo>
                <a:cubicBezTo>
                  <a:pt x="1476" y="9539"/>
                  <a:pt x="1602" y="9520"/>
                  <a:pt x="1728" y="9484"/>
                </a:cubicBezTo>
                <a:cubicBezTo>
                  <a:pt x="2052" y="9376"/>
                  <a:pt x="2285" y="9179"/>
                  <a:pt x="2448" y="8872"/>
                </a:cubicBezTo>
                <a:cubicBezTo>
                  <a:pt x="2520" y="8711"/>
                  <a:pt x="2573" y="8531"/>
                  <a:pt x="2573" y="8351"/>
                </a:cubicBezTo>
                <a:lnTo>
                  <a:pt x="3401" y="8080"/>
                </a:lnTo>
                <a:cubicBezTo>
                  <a:pt x="3600" y="8495"/>
                  <a:pt x="3869" y="8872"/>
                  <a:pt x="4212" y="9179"/>
                </a:cubicBezTo>
                <a:lnTo>
                  <a:pt x="3689" y="9880"/>
                </a:lnTo>
                <a:cubicBezTo>
                  <a:pt x="3585" y="9845"/>
                  <a:pt x="3464" y="9825"/>
                  <a:pt x="3344" y="9825"/>
                </a:cubicBezTo>
                <a:cubicBezTo>
                  <a:pt x="3278" y="9825"/>
                  <a:pt x="3213" y="9831"/>
                  <a:pt x="3149" y="9844"/>
                </a:cubicBezTo>
                <a:cubicBezTo>
                  <a:pt x="2825" y="9899"/>
                  <a:pt x="2537" y="10079"/>
                  <a:pt x="2357" y="10331"/>
                </a:cubicBezTo>
                <a:cubicBezTo>
                  <a:pt x="1962" y="10871"/>
                  <a:pt x="2069" y="11644"/>
                  <a:pt x="2628" y="12040"/>
                </a:cubicBezTo>
                <a:cubicBezTo>
                  <a:pt x="2825" y="12184"/>
                  <a:pt x="3077" y="12256"/>
                  <a:pt x="3329" y="12256"/>
                </a:cubicBezTo>
                <a:cubicBezTo>
                  <a:pt x="3708" y="12256"/>
                  <a:pt x="4085" y="12094"/>
                  <a:pt x="4320" y="11770"/>
                </a:cubicBezTo>
                <a:cubicBezTo>
                  <a:pt x="4625" y="11338"/>
                  <a:pt x="4625" y="10763"/>
                  <a:pt x="4320" y="10348"/>
                </a:cubicBezTo>
                <a:lnTo>
                  <a:pt x="4841" y="9647"/>
                </a:lnTo>
                <a:cubicBezTo>
                  <a:pt x="5237" y="9863"/>
                  <a:pt x="5669" y="10007"/>
                  <a:pt x="6137" y="10060"/>
                </a:cubicBezTo>
                <a:lnTo>
                  <a:pt x="6137" y="10942"/>
                </a:lnTo>
                <a:cubicBezTo>
                  <a:pt x="5669" y="11104"/>
                  <a:pt x="5309" y="11554"/>
                  <a:pt x="5309" y="12094"/>
                </a:cubicBezTo>
                <a:cubicBezTo>
                  <a:pt x="5309" y="12759"/>
                  <a:pt x="5867" y="13299"/>
                  <a:pt x="6533" y="13299"/>
                </a:cubicBezTo>
                <a:cubicBezTo>
                  <a:pt x="7199" y="13299"/>
                  <a:pt x="7739" y="12759"/>
                  <a:pt x="7739" y="12094"/>
                </a:cubicBezTo>
                <a:cubicBezTo>
                  <a:pt x="7739" y="11554"/>
                  <a:pt x="7396" y="11104"/>
                  <a:pt x="6929" y="10942"/>
                </a:cubicBezTo>
                <a:lnTo>
                  <a:pt x="6929" y="10060"/>
                </a:lnTo>
                <a:cubicBezTo>
                  <a:pt x="7396" y="10007"/>
                  <a:pt x="7828" y="9863"/>
                  <a:pt x="8224" y="9647"/>
                </a:cubicBezTo>
                <a:lnTo>
                  <a:pt x="8728" y="10348"/>
                </a:lnTo>
                <a:cubicBezTo>
                  <a:pt x="8440" y="10763"/>
                  <a:pt x="8423" y="11338"/>
                  <a:pt x="8747" y="11770"/>
                </a:cubicBezTo>
                <a:cubicBezTo>
                  <a:pt x="8980" y="12094"/>
                  <a:pt x="9359" y="12256"/>
                  <a:pt x="9736" y="12256"/>
                </a:cubicBezTo>
                <a:cubicBezTo>
                  <a:pt x="9971" y="12256"/>
                  <a:pt x="10223" y="12184"/>
                  <a:pt x="10439" y="12040"/>
                </a:cubicBezTo>
                <a:cubicBezTo>
                  <a:pt x="10978" y="11644"/>
                  <a:pt x="11104" y="10871"/>
                  <a:pt x="10708" y="10331"/>
                </a:cubicBezTo>
                <a:cubicBezTo>
                  <a:pt x="10528" y="10079"/>
                  <a:pt x="10240" y="9899"/>
                  <a:pt x="9916" y="9844"/>
                </a:cubicBezTo>
                <a:cubicBezTo>
                  <a:pt x="9853" y="9831"/>
                  <a:pt x="9787" y="9825"/>
                  <a:pt x="9721" y="9825"/>
                </a:cubicBezTo>
                <a:cubicBezTo>
                  <a:pt x="9599" y="9825"/>
                  <a:pt x="9475" y="9845"/>
                  <a:pt x="9359" y="9880"/>
                </a:cubicBezTo>
                <a:lnTo>
                  <a:pt x="8855" y="9179"/>
                </a:lnTo>
                <a:cubicBezTo>
                  <a:pt x="9196" y="8872"/>
                  <a:pt x="9467" y="8495"/>
                  <a:pt x="9664" y="8080"/>
                </a:cubicBezTo>
                <a:lnTo>
                  <a:pt x="10492" y="8351"/>
                </a:lnTo>
                <a:cubicBezTo>
                  <a:pt x="10492" y="8531"/>
                  <a:pt x="10528" y="8711"/>
                  <a:pt x="10619" y="8872"/>
                </a:cubicBezTo>
                <a:cubicBezTo>
                  <a:pt x="10762" y="9179"/>
                  <a:pt x="11014" y="9376"/>
                  <a:pt x="11320" y="9484"/>
                </a:cubicBezTo>
                <a:cubicBezTo>
                  <a:pt x="11446" y="9520"/>
                  <a:pt x="11572" y="9539"/>
                  <a:pt x="11698" y="9539"/>
                </a:cubicBezTo>
                <a:cubicBezTo>
                  <a:pt x="11896" y="9539"/>
                  <a:pt x="12076" y="9503"/>
                  <a:pt x="12255" y="9412"/>
                </a:cubicBezTo>
                <a:cubicBezTo>
                  <a:pt x="12543" y="9268"/>
                  <a:pt x="12759" y="9016"/>
                  <a:pt x="12867" y="8711"/>
                </a:cubicBezTo>
                <a:cubicBezTo>
                  <a:pt x="13066" y="8063"/>
                  <a:pt x="12723" y="7379"/>
                  <a:pt x="12076" y="7163"/>
                </a:cubicBezTo>
                <a:cubicBezTo>
                  <a:pt x="11956" y="7128"/>
                  <a:pt x="11834" y="7109"/>
                  <a:pt x="11712" y="7109"/>
                </a:cubicBezTo>
                <a:cubicBezTo>
                  <a:pt x="11522" y="7109"/>
                  <a:pt x="11334" y="7154"/>
                  <a:pt x="11158" y="7253"/>
                </a:cubicBezTo>
                <a:cubicBezTo>
                  <a:pt x="10978" y="7325"/>
                  <a:pt x="10834" y="7451"/>
                  <a:pt x="10726" y="7595"/>
                </a:cubicBezTo>
                <a:lnTo>
                  <a:pt x="9899" y="7325"/>
                </a:lnTo>
                <a:cubicBezTo>
                  <a:pt x="9952" y="7109"/>
                  <a:pt x="9971" y="6875"/>
                  <a:pt x="9971" y="6641"/>
                </a:cubicBezTo>
                <a:cubicBezTo>
                  <a:pt x="9971" y="6407"/>
                  <a:pt x="9952" y="6191"/>
                  <a:pt x="9899" y="5957"/>
                </a:cubicBezTo>
                <a:lnTo>
                  <a:pt x="10726" y="5688"/>
                </a:lnTo>
                <a:cubicBezTo>
                  <a:pt x="10834" y="5849"/>
                  <a:pt x="10978" y="5957"/>
                  <a:pt x="11158" y="6047"/>
                </a:cubicBezTo>
                <a:cubicBezTo>
                  <a:pt x="11320" y="6137"/>
                  <a:pt x="11518" y="6191"/>
                  <a:pt x="11698" y="6191"/>
                </a:cubicBezTo>
                <a:cubicBezTo>
                  <a:pt x="11824" y="6191"/>
                  <a:pt x="11950" y="6173"/>
                  <a:pt x="12076" y="6119"/>
                </a:cubicBezTo>
                <a:cubicBezTo>
                  <a:pt x="12723" y="5921"/>
                  <a:pt x="13066" y="5237"/>
                  <a:pt x="12867" y="4589"/>
                </a:cubicBezTo>
                <a:cubicBezTo>
                  <a:pt x="12759" y="4284"/>
                  <a:pt x="12543" y="4032"/>
                  <a:pt x="12255" y="3888"/>
                </a:cubicBezTo>
                <a:cubicBezTo>
                  <a:pt x="12081" y="3801"/>
                  <a:pt x="11894" y="3753"/>
                  <a:pt x="11701" y="3753"/>
                </a:cubicBezTo>
                <a:cubicBezTo>
                  <a:pt x="11575" y="3753"/>
                  <a:pt x="11447" y="3773"/>
                  <a:pt x="11320" y="3816"/>
                </a:cubicBezTo>
                <a:cubicBezTo>
                  <a:pt x="11014" y="3905"/>
                  <a:pt x="10762" y="4121"/>
                  <a:pt x="10619" y="4409"/>
                </a:cubicBezTo>
                <a:cubicBezTo>
                  <a:pt x="10528" y="4589"/>
                  <a:pt x="10492" y="4769"/>
                  <a:pt x="10492" y="4949"/>
                </a:cubicBezTo>
                <a:lnTo>
                  <a:pt x="9664" y="5220"/>
                </a:lnTo>
                <a:cubicBezTo>
                  <a:pt x="9467" y="4805"/>
                  <a:pt x="9196" y="4428"/>
                  <a:pt x="8855" y="4104"/>
                </a:cubicBezTo>
                <a:lnTo>
                  <a:pt x="9359" y="3401"/>
                </a:lnTo>
                <a:cubicBezTo>
                  <a:pt x="9484" y="3437"/>
                  <a:pt x="9611" y="3456"/>
                  <a:pt x="9719" y="3456"/>
                </a:cubicBezTo>
                <a:lnTo>
                  <a:pt x="9916" y="3456"/>
                </a:lnTo>
                <a:cubicBezTo>
                  <a:pt x="10240" y="3401"/>
                  <a:pt x="10528" y="3221"/>
                  <a:pt x="10708" y="2969"/>
                </a:cubicBezTo>
                <a:cubicBezTo>
                  <a:pt x="11104" y="2412"/>
                  <a:pt x="10978" y="1656"/>
                  <a:pt x="10439" y="1260"/>
                </a:cubicBezTo>
                <a:cubicBezTo>
                  <a:pt x="10225" y="1104"/>
                  <a:pt x="9977" y="1029"/>
                  <a:pt x="9732" y="1029"/>
                </a:cubicBezTo>
                <a:cubicBezTo>
                  <a:pt x="9357" y="1029"/>
                  <a:pt x="8986" y="1203"/>
                  <a:pt x="8747" y="1530"/>
                </a:cubicBezTo>
                <a:cubicBezTo>
                  <a:pt x="8423" y="1962"/>
                  <a:pt x="8440" y="2537"/>
                  <a:pt x="8728" y="2952"/>
                </a:cubicBezTo>
                <a:lnTo>
                  <a:pt x="8224" y="3653"/>
                </a:lnTo>
                <a:cubicBezTo>
                  <a:pt x="7828" y="3437"/>
                  <a:pt x="7396" y="3276"/>
                  <a:pt x="6929" y="3221"/>
                </a:cubicBezTo>
                <a:lnTo>
                  <a:pt x="6929" y="2357"/>
                </a:lnTo>
                <a:cubicBezTo>
                  <a:pt x="7396" y="2196"/>
                  <a:pt x="7739" y="1746"/>
                  <a:pt x="7739" y="1206"/>
                </a:cubicBezTo>
                <a:cubicBezTo>
                  <a:pt x="7739" y="541"/>
                  <a:pt x="7199" y="1"/>
                  <a:pt x="6533" y="1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4" name="Google Shape;1994;p104"/>
          <p:cNvGrpSpPr/>
          <p:nvPr/>
        </p:nvGrpSpPr>
        <p:grpSpPr>
          <a:xfrm>
            <a:off x="5070518" y="3395500"/>
            <a:ext cx="485403" cy="484809"/>
            <a:chOff x="8032179" y="2796077"/>
            <a:chExt cx="373818" cy="373332"/>
          </a:xfrm>
        </p:grpSpPr>
        <p:sp>
          <p:nvSpPr>
            <p:cNvPr id="1995" name="Google Shape;1995;p104"/>
            <p:cNvSpPr/>
            <p:nvPr/>
          </p:nvSpPr>
          <p:spPr>
            <a:xfrm>
              <a:off x="8032179" y="2796077"/>
              <a:ext cx="373818" cy="373332"/>
            </a:xfrm>
            <a:custGeom>
              <a:rect b="b" l="l" r="r" t="t"/>
              <a:pathLst>
                <a:path extrusionOk="0" h="13822" w="13840">
                  <a:moveTo>
                    <a:pt x="6911" y="881"/>
                  </a:moveTo>
                  <a:lnTo>
                    <a:pt x="13030" y="3671"/>
                  </a:lnTo>
                  <a:lnTo>
                    <a:pt x="13030" y="4571"/>
                  </a:lnTo>
                  <a:lnTo>
                    <a:pt x="6911" y="1781"/>
                  </a:lnTo>
                  <a:lnTo>
                    <a:pt x="810" y="4571"/>
                  </a:lnTo>
                  <a:lnTo>
                    <a:pt x="810" y="3671"/>
                  </a:lnTo>
                  <a:lnTo>
                    <a:pt x="6911" y="881"/>
                  </a:lnTo>
                  <a:close/>
                  <a:moveTo>
                    <a:pt x="6911" y="2664"/>
                  </a:moveTo>
                  <a:lnTo>
                    <a:pt x="13030" y="5452"/>
                  </a:lnTo>
                  <a:lnTo>
                    <a:pt x="13030" y="13011"/>
                  </a:lnTo>
                  <a:lnTo>
                    <a:pt x="810" y="13011"/>
                  </a:lnTo>
                  <a:lnTo>
                    <a:pt x="810" y="5452"/>
                  </a:lnTo>
                  <a:lnTo>
                    <a:pt x="6911" y="2664"/>
                  </a:lnTo>
                  <a:close/>
                  <a:moveTo>
                    <a:pt x="6911" y="0"/>
                  </a:moveTo>
                  <a:lnTo>
                    <a:pt x="1" y="3149"/>
                  </a:lnTo>
                  <a:lnTo>
                    <a:pt x="1" y="13821"/>
                  </a:lnTo>
                  <a:lnTo>
                    <a:pt x="13839" y="13821"/>
                  </a:lnTo>
                  <a:lnTo>
                    <a:pt x="13839" y="3149"/>
                  </a:lnTo>
                  <a:lnTo>
                    <a:pt x="6911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104"/>
            <p:cNvSpPr/>
            <p:nvPr/>
          </p:nvSpPr>
          <p:spPr>
            <a:xfrm>
              <a:off x="8114830" y="2933611"/>
              <a:ext cx="208517" cy="184262"/>
            </a:xfrm>
            <a:custGeom>
              <a:rect b="b" l="l" r="r" t="t"/>
              <a:pathLst>
                <a:path extrusionOk="0" h="6822" w="7720">
                  <a:moveTo>
                    <a:pt x="5255" y="811"/>
                  </a:moveTo>
                  <a:cubicBezTo>
                    <a:pt x="5651" y="811"/>
                    <a:pt x="6011" y="955"/>
                    <a:pt x="6280" y="1224"/>
                  </a:cubicBezTo>
                  <a:cubicBezTo>
                    <a:pt x="6839" y="1783"/>
                    <a:pt x="6839" y="2700"/>
                    <a:pt x="6280" y="3258"/>
                  </a:cubicBezTo>
                  <a:lnTo>
                    <a:pt x="3851" y="5670"/>
                  </a:lnTo>
                  <a:lnTo>
                    <a:pt x="1440" y="3258"/>
                  </a:lnTo>
                  <a:cubicBezTo>
                    <a:pt x="881" y="2700"/>
                    <a:pt x="881" y="1783"/>
                    <a:pt x="1440" y="1224"/>
                  </a:cubicBezTo>
                  <a:cubicBezTo>
                    <a:pt x="1709" y="955"/>
                    <a:pt x="2069" y="811"/>
                    <a:pt x="2465" y="811"/>
                  </a:cubicBezTo>
                  <a:cubicBezTo>
                    <a:pt x="2844" y="811"/>
                    <a:pt x="3204" y="955"/>
                    <a:pt x="3473" y="1224"/>
                  </a:cubicBezTo>
                  <a:lnTo>
                    <a:pt x="3851" y="1620"/>
                  </a:lnTo>
                  <a:lnTo>
                    <a:pt x="4247" y="1224"/>
                  </a:lnTo>
                  <a:cubicBezTo>
                    <a:pt x="4517" y="955"/>
                    <a:pt x="4876" y="811"/>
                    <a:pt x="5255" y="811"/>
                  </a:cubicBezTo>
                  <a:close/>
                  <a:moveTo>
                    <a:pt x="2465" y="0"/>
                  </a:moveTo>
                  <a:cubicBezTo>
                    <a:pt x="1853" y="0"/>
                    <a:pt x="1296" y="235"/>
                    <a:pt x="864" y="667"/>
                  </a:cubicBezTo>
                  <a:cubicBezTo>
                    <a:pt x="0" y="1531"/>
                    <a:pt x="0" y="2952"/>
                    <a:pt x="864" y="3834"/>
                  </a:cubicBezTo>
                  <a:lnTo>
                    <a:pt x="3851" y="6822"/>
                  </a:lnTo>
                  <a:lnTo>
                    <a:pt x="6856" y="3834"/>
                  </a:lnTo>
                  <a:cubicBezTo>
                    <a:pt x="7720" y="2952"/>
                    <a:pt x="7720" y="1531"/>
                    <a:pt x="6856" y="667"/>
                  </a:cubicBezTo>
                  <a:cubicBezTo>
                    <a:pt x="6424" y="235"/>
                    <a:pt x="5867" y="0"/>
                    <a:pt x="5255" y="0"/>
                  </a:cubicBezTo>
                  <a:cubicBezTo>
                    <a:pt x="4751" y="0"/>
                    <a:pt x="4265" y="180"/>
                    <a:pt x="3851" y="487"/>
                  </a:cubicBezTo>
                  <a:cubicBezTo>
                    <a:pt x="3456" y="180"/>
                    <a:pt x="2969" y="0"/>
                    <a:pt x="2465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97" name="Google Shape;1997;p104"/>
          <p:cNvPicPr preferRelativeResize="0"/>
          <p:nvPr/>
        </p:nvPicPr>
        <p:blipFill rotWithShape="1">
          <a:blip r:embed="rId2">
            <a:alphaModFix/>
          </a:blip>
          <a:srcRect b="19769" l="7341" r="4538" t="0"/>
          <a:stretch/>
        </p:blipFill>
        <p:spPr>
          <a:xfrm flipH="1" rot="8099993">
            <a:off x="-2319331" y="493175"/>
            <a:ext cx="3498423" cy="24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04"/>
          <p:cNvSpPr/>
          <p:nvPr/>
        </p:nvSpPr>
        <p:spPr>
          <a:xfrm>
            <a:off x="271492" y="210017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104">
            <a:hlinkClick action="ppaction://hlinksldjump" r:id="rId5"/>
          </p:cNvPr>
          <p:cNvSpPr/>
          <p:nvPr/>
        </p:nvSpPr>
        <p:spPr>
          <a:xfrm>
            <a:off x="271492" y="235007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04">
            <a:hlinkClick action="ppaction://hlinksldjump" r:id="rId6"/>
          </p:cNvPr>
          <p:cNvSpPr/>
          <p:nvPr/>
        </p:nvSpPr>
        <p:spPr>
          <a:xfrm>
            <a:off x="271492" y="259998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19</a:t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001" name="Google Shape;2001;p104">
            <a:hlinkClick action="ppaction://hlinksldjump" r:id="rId7"/>
          </p:cNvPr>
          <p:cNvSpPr/>
          <p:nvPr/>
        </p:nvSpPr>
        <p:spPr>
          <a:xfrm>
            <a:off x="312597" y="238631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04">
            <a:hlinkClick action="ppaction://hlinksldjump" r:id="rId8"/>
          </p:cNvPr>
          <p:cNvSpPr/>
          <p:nvPr/>
        </p:nvSpPr>
        <p:spPr>
          <a:xfrm>
            <a:off x="337227" y="242729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3" name="Google Shape;2003;p104"/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04" name="Google Shape;2004;p104"/>
          <p:cNvSpPr/>
          <p:nvPr/>
        </p:nvSpPr>
        <p:spPr>
          <a:xfrm>
            <a:off x="271492" y="2849890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5" name="Google Shape;2005;p104"/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416" name="Google Shape;2416;p118"/>
          <p:cNvPicPr preferRelativeResize="0"/>
          <p:nvPr/>
        </p:nvPicPr>
        <p:blipFill rotWithShape="1">
          <a:blip r:embed="rId2">
            <a:alphaModFix/>
          </a:blip>
          <a:srcRect b="5598" l="1669" r="57428" t="1869"/>
          <a:stretch/>
        </p:blipFill>
        <p:spPr>
          <a:xfrm>
            <a:off x="5013900" y="-91650"/>
            <a:ext cx="4125552" cy="5249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7" name="Google Shape;2417;p118"/>
          <p:cNvSpPr txBox="1"/>
          <p:nvPr>
            <p:ph idx="1" type="subTitle"/>
          </p:nvPr>
        </p:nvSpPr>
        <p:spPr>
          <a:xfrm>
            <a:off x="720000" y="1486900"/>
            <a:ext cx="4293900" cy="10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Stay for help. Keep building.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github.com/TheAryanAnode/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Agentic-App-Workshop-USACS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USACS Tech Committee</a:t>
            </a:r>
            <a:endParaRPr/>
          </a:p>
        </p:txBody>
      </p:sp>
      <p:sp>
        <p:nvSpPr>
          <p:cNvPr id="2418" name="Google Shape;2418;p118"/>
          <p:cNvSpPr/>
          <p:nvPr/>
        </p:nvSpPr>
        <p:spPr>
          <a:xfrm>
            <a:off x="777277" y="678426"/>
            <a:ext cx="3610172" cy="538276"/>
          </a:xfrm>
          <a:prstGeom prst="rect">
            <a:avLst/>
          </a:prstGeom>
        </p:spPr>
        <p:txBody>
          <a:bodyPr wrap="square"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THANKS</a:t>
            </a:r>
          </a:p>
        </p:txBody>
      </p:sp>
      <p:sp>
        <p:nvSpPr>
          <p:cNvPr id="2419" name="Google Shape;2419;p118"/>
          <p:cNvSpPr txBox="1"/>
          <p:nvPr>
            <p:ph type="ctrTitle"/>
          </p:nvPr>
        </p:nvSpPr>
        <p:spPr>
          <a:xfrm>
            <a:off x="720000" y="540000"/>
            <a:ext cx="4284000" cy="8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grpSp>
        <p:nvGrpSpPr>
          <p:cNvPr id="2420" name="Google Shape;2420;p118"/>
          <p:cNvGrpSpPr/>
          <p:nvPr/>
        </p:nvGrpSpPr>
        <p:grpSpPr>
          <a:xfrm>
            <a:off x="813073" y="2841911"/>
            <a:ext cx="312935" cy="312935"/>
            <a:chOff x="2866317" y="3817357"/>
            <a:chExt cx="356865" cy="356865"/>
          </a:xfrm>
        </p:grpSpPr>
        <p:sp>
          <p:nvSpPr>
            <p:cNvPr id="2421" name="Google Shape;2421;p118"/>
            <p:cNvSpPr/>
            <p:nvPr/>
          </p:nvSpPr>
          <p:spPr>
            <a:xfrm>
              <a:off x="2866317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118"/>
            <p:cNvSpPr/>
            <p:nvPr/>
          </p:nvSpPr>
          <p:spPr>
            <a:xfrm>
              <a:off x="2928367" y="3894561"/>
              <a:ext cx="194175" cy="279662"/>
            </a:xfrm>
            <a:custGeom>
              <a:rect b="b" l="l" r="r" t="t"/>
              <a:pathLst>
                <a:path extrusionOk="0" h="10668" w="7407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3" name="Google Shape;2423;p118"/>
          <p:cNvGrpSpPr/>
          <p:nvPr/>
        </p:nvGrpSpPr>
        <p:grpSpPr>
          <a:xfrm>
            <a:off x="1206305" y="2841911"/>
            <a:ext cx="312935" cy="312613"/>
            <a:chOff x="3314750" y="3817357"/>
            <a:chExt cx="356865" cy="356498"/>
          </a:xfrm>
        </p:grpSpPr>
        <p:sp>
          <p:nvSpPr>
            <p:cNvPr id="2424" name="Google Shape;2424;p118"/>
            <p:cNvSpPr/>
            <p:nvPr/>
          </p:nvSpPr>
          <p:spPr>
            <a:xfrm>
              <a:off x="3314750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118"/>
            <p:cNvSpPr/>
            <p:nvPr/>
          </p:nvSpPr>
          <p:spPr>
            <a:xfrm>
              <a:off x="3379082" y="3881296"/>
              <a:ext cx="228595" cy="228595"/>
            </a:xfrm>
            <a:custGeom>
              <a:rect b="b" l="l" r="r" t="t"/>
              <a:pathLst>
                <a:path extrusionOk="0" h="8720" w="8720">
                  <a:moveTo>
                    <a:pt x="6886" y="448"/>
                  </a:moveTo>
                  <a:cubicBezTo>
                    <a:pt x="7651" y="448"/>
                    <a:pt x="8272" y="1069"/>
                    <a:pt x="8272" y="1834"/>
                  </a:cubicBezTo>
                  <a:lnTo>
                    <a:pt x="8272" y="6872"/>
                  </a:lnTo>
                  <a:lnTo>
                    <a:pt x="8272" y="6886"/>
                  </a:lnTo>
                  <a:cubicBezTo>
                    <a:pt x="8272" y="7652"/>
                    <a:pt x="7651" y="8272"/>
                    <a:pt x="6872" y="8272"/>
                  </a:cubicBezTo>
                  <a:lnTo>
                    <a:pt x="1848" y="8272"/>
                  </a:lnTo>
                  <a:cubicBezTo>
                    <a:pt x="1069" y="8272"/>
                    <a:pt x="448" y="7652"/>
                    <a:pt x="448" y="6886"/>
                  </a:cubicBezTo>
                  <a:lnTo>
                    <a:pt x="448" y="1834"/>
                  </a:lnTo>
                  <a:cubicBezTo>
                    <a:pt x="448" y="1069"/>
                    <a:pt x="1069" y="448"/>
                    <a:pt x="1848" y="448"/>
                  </a:cubicBezTo>
                  <a:close/>
                  <a:moveTo>
                    <a:pt x="1848" y="1"/>
                  </a:moveTo>
                  <a:cubicBezTo>
                    <a:pt x="823" y="1"/>
                    <a:pt x="0" y="824"/>
                    <a:pt x="0" y="1834"/>
                  </a:cubicBezTo>
                  <a:lnTo>
                    <a:pt x="0" y="6872"/>
                  </a:lnTo>
                  <a:cubicBezTo>
                    <a:pt x="0" y="7897"/>
                    <a:pt x="823" y="8720"/>
                    <a:pt x="1848" y="8720"/>
                  </a:cubicBezTo>
                  <a:lnTo>
                    <a:pt x="6886" y="8720"/>
                  </a:lnTo>
                  <a:cubicBezTo>
                    <a:pt x="7897" y="8720"/>
                    <a:pt x="8719" y="7897"/>
                    <a:pt x="8719" y="6886"/>
                  </a:cubicBezTo>
                  <a:lnTo>
                    <a:pt x="8719" y="1834"/>
                  </a:lnTo>
                  <a:cubicBezTo>
                    <a:pt x="8719" y="824"/>
                    <a:pt x="7897" y="1"/>
                    <a:pt x="68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118"/>
            <p:cNvSpPr/>
            <p:nvPr/>
          </p:nvSpPr>
          <p:spPr>
            <a:xfrm>
              <a:off x="3412768" y="3935430"/>
              <a:ext cx="140408" cy="120274"/>
            </a:xfrm>
            <a:custGeom>
              <a:rect b="b" l="l" r="r" t="t"/>
              <a:pathLst>
                <a:path extrusionOk="0" h="4588" w="5356">
                  <a:moveTo>
                    <a:pt x="3063" y="447"/>
                  </a:moveTo>
                  <a:cubicBezTo>
                    <a:pt x="4013" y="447"/>
                    <a:pt x="4923" y="1183"/>
                    <a:pt x="4923" y="2295"/>
                  </a:cubicBezTo>
                  <a:cubicBezTo>
                    <a:pt x="4908" y="3320"/>
                    <a:pt x="4085" y="4143"/>
                    <a:pt x="3075" y="4143"/>
                  </a:cubicBezTo>
                  <a:cubicBezTo>
                    <a:pt x="1429" y="4143"/>
                    <a:pt x="592" y="2151"/>
                    <a:pt x="1761" y="996"/>
                  </a:cubicBezTo>
                  <a:cubicBezTo>
                    <a:pt x="2140" y="617"/>
                    <a:pt x="2606" y="447"/>
                    <a:pt x="3063" y="447"/>
                  </a:cubicBezTo>
                  <a:close/>
                  <a:moveTo>
                    <a:pt x="3075" y="0"/>
                  </a:moveTo>
                  <a:cubicBezTo>
                    <a:pt x="1025" y="0"/>
                    <a:pt x="0" y="2468"/>
                    <a:pt x="1444" y="3912"/>
                  </a:cubicBezTo>
                  <a:cubicBezTo>
                    <a:pt x="1910" y="4379"/>
                    <a:pt x="2484" y="4587"/>
                    <a:pt x="3047" y="4587"/>
                  </a:cubicBezTo>
                  <a:cubicBezTo>
                    <a:pt x="4225" y="4587"/>
                    <a:pt x="5356" y="3673"/>
                    <a:pt x="5356" y="2295"/>
                  </a:cubicBezTo>
                  <a:cubicBezTo>
                    <a:pt x="5356" y="1025"/>
                    <a:pt x="4331" y="0"/>
                    <a:pt x="30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118"/>
            <p:cNvSpPr/>
            <p:nvPr/>
          </p:nvSpPr>
          <p:spPr>
            <a:xfrm>
              <a:off x="3539518" y="3910447"/>
              <a:ext cx="31065" cy="31039"/>
            </a:xfrm>
            <a:custGeom>
              <a:rect b="b" l="l" r="r" t="t"/>
              <a:pathLst>
                <a:path extrusionOk="0" h="1184" w="1185">
                  <a:moveTo>
                    <a:pt x="593" y="0"/>
                  </a:moveTo>
                  <a:cubicBezTo>
                    <a:pt x="275" y="0"/>
                    <a:pt x="1" y="260"/>
                    <a:pt x="1" y="592"/>
                  </a:cubicBezTo>
                  <a:cubicBezTo>
                    <a:pt x="1" y="910"/>
                    <a:pt x="275" y="1184"/>
                    <a:pt x="593" y="1184"/>
                  </a:cubicBezTo>
                  <a:cubicBezTo>
                    <a:pt x="925" y="1184"/>
                    <a:pt x="1185" y="910"/>
                    <a:pt x="1185" y="592"/>
                  </a:cubicBezTo>
                  <a:cubicBezTo>
                    <a:pt x="1185" y="260"/>
                    <a:pt x="925" y="0"/>
                    <a:pt x="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8" name="Google Shape;2428;p118"/>
          <p:cNvGrpSpPr/>
          <p:nvPr/>
        </p:nvGrpSpPr>
        <p:grpSpPr>
          <a:xfrm>
            <a:off x="1599536" y="2841911"/>
            <a:ext cx="312935" cy="312613"/>
            <a:chOff x="3763184" y="3817357"/>
            <a:chExt cx="356865" cy="356498"/>
          </a:xfrm>
        </p:grpSpPr>
        <p:sp>
          <p:nvSpPr>
            <p:cNvPr id="2429" name="Google Shape;2429;p118"/>
            <p:cNvSpPr/>
            <p:nvPr/>
          </p:nvSpPr>
          <p:spPr>
            <a:xfrm>
              <a:off x="3763184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118"/>
            <p:cNvSpPr/>
            <p:nvPr/>
          </p:nvSpPr>
          <p:spPr>
            <a:xfrm>
              <a:off x="3848330" y="3964188"/>
              <a:ext cx="39375" cy="116945"/>
            </a:xfrm>
            <a:custGeom>
              <a:rect b="b" l="l" r="r" t="t"/>
              <a:pathLst>
                <a:path extrusionOk="0" h="4461" w="1502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118"/>
            <p:cNvSpPr/>
            <p:nvPr/>
          </p:nvSpPr>
          <p:spPr>
            <a:xfrm>
              <a:off x="3832418" y="3894403"/>
              <a:ext cx="55287" cy="47475"/>
            </a:xfrm>
            <a:custGeom>
              <a:rect b="b" l="l" r="r" t="t"/>
              <a:pathLst>
                <a:path extrusionOk="0" h="1811" w="2109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118"/>
            <p:cNvSpPr/>
            <p:nvPr/>
          </p:nvSpPr>
          <p:spPr>
            <a:xfrm>
              <a:off x="3925901" y="3964161"/>
              <a:ext cx="124914" cy="117365"/>
            </a:xfrm>
            <a:custGeom>
              <a:rect b="b" l="l" r="r" t="t"/>
              <a:pathLst>
                <a:path extrusionOk="0" h="4477" w="4765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3" name="Google Shape;2433;p118"/>
          <p:cNvGrpSpPr/>
          <p:nvPr/>
        </p:nvGrpSpPr>
        <p:grpSpPr>
          <a:xfrm>
            <a:off x="1993112" y="2841944"/>
            <a:ext cx="312613" cy="312613"/>
            <a:chOff x="4212010" y="3817395"/>
            <a:chExt cx="356498" cy="356498"/>
          </a:xfrm>
        </p:grpSpPr>
        <p:sp>
          <p:nvSpPr>
            <p:cNvPr id="2434" name="Google Shape;2434;p118"/>
            <p:cNvSpPr/>
            <p:nvPr/>
          </p:nvSpPr>
          <p:spPr>
            <a:xfrm>
              <a:off x="4212010" y="3817395"/>
              <a:ext cx="356498" cy="356498"/>
            </a:xfrm>
            <a:custGeom>
              <a:rect b="b" l="l" r="r" t="t"/>
              <a:pathLst>
                <a:path extrusionOk="0" h="13599" w="13599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118"/>
            <p:cNvSpPr/>
            <p:nvPr/>
          </p:nvSpPr>
          <p:spPr>
            <a:xfrm>
              <a:off x="4288061" y="3909555"/>
              <a:ext cx="227756" cy="187463"/>
            </a:xfrm>
            <a:custGeom>
              <a:rect b="b" l="l" r="r" t="t"/>
              <a:pathLst>
                <a:path extrusionOk="0" h="7151" w="8688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6" name="Google Shape;2436;p118"/>
          <p:cNvSpPr txBox="1"/>
          <p:nvPr/>
        </p:nvSpPr>
        <p:spPr>
          <a:xfrm flipH="1">
            <a:off x="720000" y="3315100"/>
            <a:ext cx="3132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Please keep this slide for attribution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437" name="Google Shape;2437;p118"/>
          <p:cNvSpPr/>
          <p:nvPr/>
        </p:nvSpPr>
        <p:spPr>
          <a:xfrm>
            <a:off x="271492" y="222512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118">
            <a:hlinkClick action="ppaction://hlinksldjump" r:id="rId4"/>
          </p:cNvPr>
          <p:cNvSpPr/>
          <p:nvPr/>
        </p:nvSpPr>
        <p:spPr>
          <a:xfrm>
            <a:off x="271492" y="2475029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118"/>
          <p:cNvSpPr/>
          <p:nvPr/>
        </p:nvSpPr>
        <p:spPr>
          <a:xfrm>
            <a:off x="271492" y="2724934"/>
            <a:ext cx="193611" cy="193446"/>
          </a:xfrm>
          <a:custGeom>
            <a:rect b="b" l="l" r="r" t="t"/>
            <a:pathLst>
              <a:path extrusionOk="0" h="13599" w="13613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440" name="Google Shape;2440;p118">
            <a:hlinkClick action="ppaction://hlinksldjump" r:id="rId5"/>
          </p:cNvPr>
          <p:cNvSpPr/>
          <p:nvPr/>
        </p:nvSpPr>
        <p:spPr>
          <a:xfrm>
            <a:off x="312597" y="2511261"/>
            <a:ext cx="111412" cy="111267"/>
          </a:xfrm>
          <a:custGeom>
            <a:rect b="b" l="l" r="r" t="t"/>
            <a:pathLst>
              <a:path extrusionOk="0" h="13822" w="1384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118">
            <a:hlinkClick action="ppaction://hlinksldjump" r:id="rId6"/>
          </p:cNvPr>
          <p:cNvSpPr/>
          <p:nvPr/>
        </p:nvSpPr>
        <p:spPr>
          <a:xfrm>
            <a:off x="337227" y="2552247"/>
            <a:ext cx="62146" cy="54917"/>
          </a:xfrm>
          <a:custGeom>
            <a:rect b="b" l="l" r="r" t="t"/>
            <a:pathLst>
              <a:path extrusionOk="0" h="6822" w="772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2" name="Google Shape;2442;p118"/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43" name="Google Shape;2443;p118"/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 Use of AI in Marketing by Slidesgo">
  <a:themeElements>
    <a:clrScheme name="Simple Light">
      <a:dk1>
        <a:srgbClr val="191919"/>
      </a:dk1>
      <a:lt1>
        <a:srgbClr val="FFFFFF"/>
      </a:lt1>
      <a:dk2>
        <a:srgbClr val="E8E8E8"/>
      </a:dk2>
      <a:lt2>
        <a:srgbClr val="FFFFFF"/>
      </a:lt2>
      <a:accent1>
        <a:srgbClr val="0445FF"/>
      </a:accent1>
      <a:accent2>
        <a:srgbClr val="F2CEFF"/>
      </a:accent2>
      <a:accent3>
        <a:srgbClr val="8DF1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